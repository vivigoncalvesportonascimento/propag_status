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1973" r:id="rId5"/>
    <p:sldId id="2100" r:id="rId6"/>
    <p:sldId id="2084" r:id="rId7"/>
    <p:sldId id="2088" r:id="rId8"/>
    <p:sldId id="2069" r:id="rId9"/>
    <p:sldId id="2092" r:id="rId10"/>
    <p:sldId id="2093" r:id="rId11"/>
    <p:sldId id="2094" r:id="rId12"/>
    <p:sldId id="2109" r:id="rId13"/>
    <p:sldId id="2110" r:id="rId14"/>
    <p:sldId id="2111" r:id="rId15"/>
    <p:sldId id="2112" r:id="rId16"/>
    <p:sldId id="2113" r:id="rId17"/>
    <p:sldId id="2114" r:id="rId18"/>
    <p:sldId id="2115" r:id="rId19"/>
  </p:sldIdLst>
  <p:sldSz cx="9144000" cy="5715000" type="screen16x10"/>
  <p:notesSz cx="6858000" cy="9872663"/>
  <p:defaultTextStyle>
    <a:defPPr>
      <a:defRPr lang="pt-BR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0ABFDF0-A0B6-4D7E-A994-5F268A5D3EC8}">
          <p14:sldIdLst>
            <p14:sldId id="1973"/>
            <p14:sldId id="2100"/>
            <p14:sldId id="2084"/>
            <p14:sldId id="2088"/>
            <p14:sldId id="2069"/>
            <p14:sldId id="2092"/>
            <p14:sldId id="2093"/>
            <p14:sldId id="2094"/>
            <p14:sldId id="2109"/>
            <p14:sldId id="2110"/>
            <p14:sldId id="2111"/>
            <p14:sldId id="2112"/>
            <p14:sldId id="2113"/>
            <p14:sldId id="2114"/>
            <p14:sldId id="21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C5F359-4062-A34B-D1A2-A7CD8A20D7FE}" name="Luciana Muller Souza Coelho (SEPLAG)" initials="L(" userId="S::m1572745@ca.mg.gov.br::dc2c15f8-e2f0-4524-9b51-7007482321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24975-2753-CE46-C544-3D470E8FB5C1}" v="387" dt="2026-02-24T16:12:00.760"/>
    <p1510:client id="{8DE9B13C-9694-5417-A15E-7CEFFAD1361F}" v="1264" dt="2026-02-24T21:26:28.745"/>
    <p1510:client id="{A6D28ABE-CF5E-A23E-6F77-E2090F1A7AB6}" v="53" dt="2026-02-25T13:49:52.090"/>
    <p1510:client id="{EF5AA284-D296-AFCB-E398-7331AA1E4EDE}" v="191" dt="2026-02-25T14:02:02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48" y="7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liana Macedo Vasconcelos (SEPLAG)" userId="S::m669753@ca.mg.gov.br::ed3347b8-d920-4606-aeae-8d35d828b25c" providerId="AD" clId="Web-{8DE9B13C-9694-5417-A15E-7CEFFAD1361F}"/>
    <pc:docChg chg="addSld modSld modSection">
      <pc:chgData name="Tuliana Macedo Vasconcelos (SEPLAG)" userId="S::m669753@ca.mg.gov.br::ed3347b8-d920-4606-aeae-8d35d828b25c" providerId="AD" clId="Web-{8DE9B13C-9694-5417-A15E-7CEFFAD1361F}" dt="2026-02-24T21:25:25.227" v="1144" actId="20577"/>
      <pc:docMkLst>
        <pc:docMk/>
      </pc:docMkLst>
      <pc:sldChg chg="addSp delSp modSp add replId">
        <pc:chgData name="Tuliana Macedo Vasconcelos (SEPLAG)" userId="S::m669753@ca.mg.gov.br::ed3347b8-d920-4606-aeae-8d35d828b25c" providerId="AD" clId="Web-{8DE9B13C-9694-5417-A15E-7CEFFAD1361F}" dt="2026-02-24T21:20:17.054" v="981"/>
        <pc:sldMkLst>
          <pc:docMk/>
          <pc:sldMk cId="3165050684" sldId="2111"/>
        </pc:sldMkLst>
        <pc:spChg chg="del mod">
          <ac:chgData name="Tuliana Macedo Vasconcelos (SEPLAG)" userId="S::m669753@ca.mg.gov.br::ed3347b8-d920-4606-aeae-8d35d828b25c" providerId="AD" clId="Web-{8DE9B13C-9694-5417-A15E-7CEFFAD1361F}" dt="2026-02-24T20:04:03.931" v="4"/>
          <ac:spMkLst>
            <pc:docMk/>
            <pc:sldMk cId="3165050684" sldId="2111"/>
            <ac:spMk id="8" creationId="{C82AB90B-721D-9ACA-B230-C8188DCAABA9}"/>
          </ac:spMkLst>
        </pc:spChg>
        <pc:graphicFrameChg chg="add del mod modGraphic">
          <ac:chgData name="Tuliana Macedo Vasconcelos (SEPLAG)" userId="S::m669753@ca.mg.gov.br::ed3347b8-d920-4606-aeae-8d35d828b25c" providerId="AD" clId="Web-{8DE9B13C-9694-5417-A15E-7CEFFAD1361F}" dt="2026-02-24T20:04:52.323" v="10"/>
          <ac:graphicFrameMkLst>
            <pc:docMk/>
            <pc:sldMk cId="3165050684" sldId="2111"/>
            <ac:graphicFrameMk id="3" creationId="{A671A157-41F1-CC27-88D0-6706BF93DAA4}"/>
          </ac:graphicFrameMkLst>
        </pc:graphicFrameChg>
        <pc:graphicFrameChg chg="add mod modGraphic">
          <ac:chgData name="Tuliana Macedo Vasconcelos (SEPLAG)" userId="S::m669753@ca.mg.gov.br::ed3347b8-d920-4606-aeae-8d35d828b25c" providerId="AD" clId="Web-{8DE9B13C-9694-5417-A15E-7CEFFAD1361F}" dt="2026-02-24T21:20:17.054" v="981"/>
          <ac:graphicFrameMkLst>
            <pc:docMk/>
            <pc:sldMk cId="3165050684" sldId="2111"/>
            <ac:graphicFrameMk id="7" creationId="{A6983F84-1649-2B16-F979-E25A8F96E5ED}"/>
          </ac:graphicFrameMkLst>
        </pc:graphicFrameChg>
        <pc:graphicFrameChg chg="del">
          <ac:chgData name="Tuliana Macedo Vasconcelos (SEPLAG)" userId="S::m669753@ca.mg.gov.br::ed3347b8-d920-4606-aeae-8d35d828b25c" providerId="AD" clId="Web-{8DE9B13C-9694-5417-A15E-7CEFFAD1361F}" dt="2026-02-24T20:03:57.571" v="1"/>
          <ac:graphicFrameMkLst>
            <pc:docMk/>
            <pc:sldMk cId="3165050684" sldId="2111"/>
            <ac:graphicFrameMk id="13" creationId="{7B8C306B-2174-9E46-9EA1-71466D912385}"/>
          </ac:graphicFrameMkLst>
        </pc:graphicFrameChg>
      </pc:sldChg>
      <pc:sldChg chg="addSp delSp modSp add replId">
        <pc:chgData name="Tuliana Macedo Vasconcelos (SEPLAG)" userId="S::m669753@ca.mg.gov.br::ed3347b8-d920-4606-aeae-8d35d828b25c" providerId="AD" clId="Web-{8DE9B13C-9694-5417-A15E-7CEFFAD1361F}" dt="2026-02-24T21:20:27.837" v="983" actId="20577"/>
        <pc:sldMkLst>
          <pc:docMk/>
          <pc:sldMk cId="2156442293" sldId="2112"/>
        </pc:sldMkLst>
        <pc:spChg chg="mod">
          <ac:chgData name="Tuliana Macedo Vasconcelos (SEPLAG)" userId="S::m669753@ca.mg.gov.br::ed3347b8-d920-4606-aeae-8d35d828b25c" providerId="AD" clId="Web-{8DE9B13C-9694-5417-A15E-7CEFFAD1361F}" dt="2026-02-24T21:20:27.837" v="983" actId="20577"/>
          <ac:spMkLst>
            <pc:docMk/>
            <pc:sldMk cId="2156442293" sldId="2112"/>
            <ac:spMk id="6" creationId="{C5BB9069-BCE4-2752-E9E0-F8BB70A35E06}"/>
          </ac:spMkLst>
        </pc:spChg>
        <pc:graphicFrameChg chg="add mod modGraphic">
          <ac:chgData name="Tuliana Macedo Vasconcelos (SEPLAG)" userId="S::m669753@ca.mg.gov.br::ed3347b8-d920-4606-aeae-8d35d828b25c" providerId="AD" clId="Web-{8DE9B13C-9694-5417-A15E-7CEFFAD1361F}" dt="2026-02-24T20:32:11.107" v="610"/>
          <ac:graphicFrameMkLst>
            <pc:docMk/>
            <pc:sldMk cId="2156442293" sldId="2112"/>
            <ac:graphicFrameMk id="3" creationId="{206C3646-289D-75E4-242A-E97F06D7CE00}"/>
          </ac:graphicFrameMkLst>
        </pc:graphicFrameChg>
        <pc:graphicFrameChg chg="del">
          <ac:chgData name="Tuliana Macedo Vasconcelos (SEPLAG)" userId="S::m669753@ca.mg.gov.br::ed3347b8-d920-4606-aeae-8d35d828b25c" providerId="AD" clId="Web-{8DE9B13C-9694-5417-A15E-7CEFFAD1361F}" dt="2026-02-24T20:29:44.315" v="543"/>
          <ac:graphicFrameMkLst>
            <pc:docMk/>
            <pc:sldMk cId="2156442293" sldId="2112"/>
            <ac:graphicFrameMk id="7" creationId="{CF5DF756-A267-9C9A-91AB-C2B61CA1EE2C}"/>
          </ac:graphicFrameMkLst>
        </pc:graphicFrameChg>
      </pc:sldChg>
      <pc:sldChg chg="addSp delSp modSp add replId">
        <pc:chgData name="Tuliana Macedo Vasconcelos (SEPLAG)" userId="S::m669753@ca.mg.gov.br::ed3347b8-d920-4606-aeae-8d35d828b25c" providerId="AD" clId="Web-{8DE9B13C-9694-5417-A15E-7CEFFAD1361F}" dt="2026-02-24T21:25:17.462" v="1141" actId="20577"/>
        <pc:sldMkLst>
          <pc:docMk/>
          <pc:sldMk cId="2762301515" sldId="2113"/>
        </pc:sldMkLst>
        <pc:spChg chg="mod">
          <ac:chgData name="Tuliana Macedo Vasconcelos (SEPLAG)" userId="S::m669753@ca.mg.gov.br::ed3347b8-d920-4606-aeae-8d35d828b25c" providerId="AD" clId="Web-{8DE9B13C-9694-5417-A15E-7CEFFAD1361F}" dt="2026-02-24T21:25:17.462" v="1141" actId="20577"/>
          <ac:spMkLst>
            <pc:docMk/>
            <pc:sldMk cId="2762301515" sldId="2113"/>
            <ac:spMk id="6" creationId="{ACDBF1D1-C6BC-100E-4BDC-4550993ABEA3}"/>
          </ac:spMkLst>
        </pc:spChg>
        <pc:graphicFrameChg chg="del">
          <ac:chgData name="Tuliana Macedo Vasconcelos (SEPLAG)" userId="S::m669753@ca.mg.gov.br::ed3347b8-d920-4606-aeae-8d35d828b25c" providerId="AD" clId="Web-{8DE9B13C-9694-5417-A15E-7CEFFAD1361F}" dt="2026-02-24T20:32:23.749" v="612"/>
          <ac:graphicFrameMkLst>
            <pc:docMk/>
            <pc:sldMk cId="2762301515" sldId="2113"/>
            <ac:graphicFrameMk id="3" creationId="{2BE2279F-92AF-7EE5-78B8-1C0844C96F08}"/>
          </ac:graphicFrameMkLst>
        </pc:graphicFrameChg>
        <pc:graphicFrameChg chg="add mod modGraphic">
          <ac:chgData name="Tuliana Macedo Vasconcelos (SEPLAG)" userId="S::m669753@ca.mg.gov.br::ed3347b8-d920-4606-aeae-8d35d828b25c" providerId="AD" clId="Web-{8DE9B13C-9694-5417-A15E-7CEFFAD1361F}" dt="2026-02-24T21:22:46.846" v="1083"/>
          <ac:graphicFrameMkLst>
            <pc:docMk/>
            <pc:sldMk cId="2762301515" sldId="2113"/>
            <ac:graphicFrameMk id="3" creationId="{41B575BC-0BE9-51C9-0CC0-3F4AFFE1398F}"/>
          </ac:graphicFrameMkLst>
        </pc:graphicFrameChg>
        <pc:graphicFrameChg chg="add del mod modGraphic">
          <ac:chgData name="Tuliana Macedo Vasconcelos (SEPLAG)" userId="S::m669753@ca.mg.gov.br::ed3347b8-d920-4606-aeae-8d35d828b25c" providerId="AD" clId="Web-{8DE9B13C-9694-5417-A15E-7CEFFAD1361F}" dt="2026-02-24T20:34:26.974" v="675"/>
          <ac:graphicFrameMkLst>
            <pc:docMk/>
            <pc:sldMk cId="2762301515" sldId="2113"/>
            <ac:graphicFrameMk id="5" creationId="{CABBEF19-6B7C-A55A-68D8-120DC6978B15}"/>
          </ac:graphicFrameMkLst>
        </pc:graphicFrameChg>
        <pc:graphicFrameChg chg="add del mod modGraphic">
          <ac:chgData name="Tuliana Macedo Vasconcelos (SEPLAG)" userId="S::m669753@ca.mg.gov.br::ed3347b8-d920-4606-aeae-8d35d828b25c" providerId="AD" clId="Web-{8DE9B13C-9694-5417-A15E-7CEFFAD1361F}" dt="2026-02-24T21:17:02.798" v="923"/>
          <ac:graphicFrameMkLst>
            <pc:docMk/>
            <pc:sldMk cId="2762301515" sldId="2113"/>
            <ac:graphicFrameMk id="8" creationId="{2F34A73F-F9EE-AA92-22BE-F990BC890768}"/>
          </ac:graphicFrameMkLst>
        </pc:graphicFrameChg>
      </pc:sldChg>
      <pc:sldChg chg="addSp delSp modSp add replId">
        <pc:chgData name="Tuliana Macedo Vasconcelos (SEPLAG)" userId="S::m669753@ca.mg.gov.br::ed3347b8-d920-4606-aeae-8d35d828b25c" providerId="AD" clId="Web-{8DE9B13C-9694-5417-A15E-7CEFFAD1361F}" dt="2026-02-24T21:25:13.415" v="1138" actId="20577"/>
        <pc:sldMkLst>
          <pc:docMk/>
          <pc:sldMk cId="833307320" sldId="2114"/>
        </pc:sldMkLst>
        <pc:spChg chg="mod">
          <ac:chgData name="Tuliana Macedo Vasconcelos (SEPLAG)" userId="S::m669753@ca.mg.gov.br::ed3347b8-d920-4606-aeae-8d35d828b25c" providerId="AD" clId="Web-{8DE9B13C-9694-5417-A15E-7CEFFAD1361F}" dt="2026-02-24T21:25:13.415" v="1138" actId="20577"/>
          <ac:spMkLst>
            <pc:docMk/>
            <pc:sldMk cId="833307320" sldId="2114"/>
            <ac:spMk id="6" creationId="{C679E1D6-DA14-3151-A508-01ECE9BB3C0D}"/>
          </ac:spMkLst>
        </pc:spChg>
        <pc:graphicFrameChg chg="del">
          <ac:chgData name="Tuliana Macedo Vasconcelos (SEPLAG)" userId="S::m669753@ca.mg.gov.br::ed3347b8-d920-4606-aeae-8d35d828b25c" providerId="AD" clId="Web-{8DE9B13C-9694-5417-A15E-7CEFFAD1361F}" dt="2026-02-24T21:18:04.128" v="956"/>
          <ac:graphicFrameMkLst>
            <pc:docMk/>
            <pc:sldMk cId="833307320" sldId="2114"/>
            <ac:graphicFrameMk id="3" creationId="{0BDCE672-295D-0CF1-E7DB-255CF18925AF}"/>
          </ac:graphicFrameMkLst>
        </pc:graphicFrameChg>
        <pc:graphicFrameChg chg="add mod modGraphic">
          <ac:chgData name="Tuliana Macedo Vasconcelos (SEPLAG)" userId="S::m669753@ca.mg.gov.br::ed3347b8-d920-4606-aeae-8d35d828b25c" providerId="AD" clId="Web-{8DE9B13C-9694-5417-A15E-7CEFFAD1361F}" dt="2026-02-24T21:25:06.680" v="1134"/>
          <ac:graphicFrameMkLst>
            <pc:docMk/>
            <pc:sldMk cId="833307320" sldId="2114"/>
            <ac:graphicFrameMk id="5" creationId="{A5F1EF81-A431-CF6E-BE75-D732DE56D64B}"/>
          </ac:graphicFrameMkLst>
        </pc:graphicFrameChg>
      </pc:sldChg>
      <pc:sldChg chg="addSp delSp modSp add replId">
        <pc:chgData name="Tuliana Macedo Vasconcelos (SEPLAG)" userId="S::m669753@ca.mg.gov.br::ed3347b8-d920-4606-aeae-8d35d828b25c" providerId="AD" clId="Web-{8DE9B13C-9694-5417-A15E-7CEFFAD1361F}" dt="2026-02-24T21:25:25.227" v="1144" actId="20577"/>
        <pc:sldMkLst>
          <pc:docMk/>
          <pc:sldMk cId="45783337" sldId="2115"/>
        </pc:sldMkLst>
        <pc:spChg chg="mod">
          <ac:chgData name="Tuliana Macedo Vasconcelos (SEPLAG)" userId="S::m669753@ca.mg.gov.br::ed3347b8-d920-4606-aeae-8d35d828b25c" providerId="AD" clId="Web-{8DE9B13C-9694-5417-A15E-7CEFFAD1361F}" dt="2026-02-24T21:25:25.227" v="1144" actId="20577"/>
          <ac:spMkLst>
            <pc:docMk/>
            <pc:sldMk cId="45783337" sldId="2115"/>
            <ac:spMk id="6" creationId="{C74969C7-8C52-D768-9BFC-24C96C151BC5}"/>
          </ac:spMkLst>
        </pc:spChg>
        <pc:graphicFrameChg chg="add mod modGraphic">
          <ac:chgData name="Tuliana Macedo Vasconcelos (SEPLAG)" userId="S::m669753@ca.mg.gov.br::ed3347b8-d920-4606-aeae-8d35d828b25c" providerId="AD" clId="Web-{8DE9B13C-9694-5417-A15E-7CEFFAD1361F}" dt="2026-02-24T21:24:46.414" v="1124"/>
          <ac:graphicFrameMkLst>
            <pc:docMk/>
            <pc:sldMk cId="45783337" sldId="2115"/>
            <ac:graphicFrameMk id="3" creationId="{8D01EC0D-B96C-852D-8377-5EC168CE780B}"/>
          </ac:graphicFrameMkLst>
        </pc:graphicFrameChg>
        <pc:graphicFrameChg chg="del">
          <ac:chgData name="Tuliana Macedo Vasconcelos (SEPLAG)" userId="S::m669753@ca.mg.gov.br::ed3347b8-d920-4606-aeae-8d35d828b25c" providerId="AD" clId="Web-{8DE9B13C-9694-5417-A15E-7CEFFAD1361F}" dt="2026-02-24T21:23:18.207" v="1090"/>
          <ac:graphicFrameMkLst>
            <pc:docMk/>
            <pc:sldMk cId="45783337" sldId="2115"/>
            <ac:graphicFrameMk id="5" creationId="{965C6195-31AA-5C10-48AA-496562EC7030}"/>
          </ac:graphicFrameMkLst>
        </pc:graphicFrameChg>
      </pc:sldChg>
    </pc:docChg>
  </pc:docChgLst>
  <pc:docChgLst>
    <pc:chgData name="Felipe Magno Parreiras de Sousa (SEPLAG)" userId="S::m7524689@ca.mg.gov.br::86c0c464-8cc7-4f98-9117-7a7ecf4c6512" providerId="AD" clId="Web-{A6D28ABE-CF5E-A23E-6F77-E2090F1A7AB6}"/>
    <pc:docChg chg="delSld modSld modSection">
      <pc:chgData name="Felipe Magno Parreiras de Sousa (SEPLAG)" userId="S::m7524689@ca.mg.gov.br::86c0c464-8cc7-4f98-9117-7a7ecf4c6512" providerId="AD" clId="Web-{A6D28ABE-CF5E-A23E-6F77-E2090F1A7AB6}" dt="2026-02-25T13:49:52.090" v="34" actId="1076"/>
      <pc:docMkLst>
        <pc:docMk/>
      </pc:docMkLst>
      <pc:sldChg chg="modSp">
        <pc:chgData name="Felipe Magno Parreiras de Sousa (SEPLAG)" userId="S::m7524689@ca.mg.gov.br::86c0c464-8cc7-4f98-9117-7a7ecf4c6512" providerId="AD" clId="Web-{A6D28ABE-CF5E-A23E-6F77-E2090F1A7AB6}" dt="2026-02-25T13:47:31.914" v="18" actId="1076"/>
        <pc:sldMkLst>
          <pc:docMk/>
          <pc:sldMk cId="2835528709" sldId="1973"/>
        </pc:sldMkLst>
        <pc:spChg chg="mod">
          <ac:chgData name="Felipe Magno Parreiras de Sousa (SEPLAG)" userId="S::m7524689@ca.mg.gov.br::86c0c464-8cc7-4f98-9117-7a7ecf4c6512" providerId="AD" clId="Web-{A6D28ABE-CF5E-A23E-6F77-E2090F1A7AB6}" dt="2026-02-25T13:47:31.914" v="18" actId="1076"/>
          <ac:spMkLst>
            <pc:docMk/>
            <pc:sldMk cId="2835528709" sldId="1973"/>
            <ac:spMk id="11" creationId="{00000000-0000-0000-0000-000000000000}"/>
          </ac:spMkLst>
        </pc:spChg>
      </pc:sldChg>
      <pc:sldChg chg="addSp delSp modSp">
        <pc:chgData name="Felipe Magno Parreiras de Sousa (SEPLAG)" userId="S::m7524689@ca.mg.gov.br::86c0c464-8cc7-4f98-9117-7a7ecf4c6512" providerId="AD" clId="Web-{A6D28ABE-CF5E-A23E-6F77-E2090F1A7AB6}" dt="2026-02-25T13:49:33.339" v="31" actId="1076"/>
        <pc:sldMkLst>
          <pc:docMk/>
          <pc:sldMk cId="3964188611" sldId="2084"/>
        </pc:sldMkLst>
        <pc:picChg chg="add mod">
          <ac:chgData name="Felipe Magno Parreiras de Sousa (SEPLAG)" userId="S::m7524689@ca.mg.gov.br::86c0c464-8cc7-4f98-9117-7a7ecf4c6512" providerId="AD" clId="Web-{A6D28ABE-CF5E-A23E-6F77-E2090F1A7AB6}" dt="2026-02-25T13:49:33.339" v="31" actId="1076"/>
          <ac:picMkLst>
            <pc:docMk/>
            <pc:sldMk cId="3964188611" sldId="2084"/>
            <ac:picMk id="2" creationId="{B3C1493A-5A03-620C-B5D0-886A8E207B32}"/>
          </ac:picMkLst>
        </pc:picChg>
        <pc:picChg chg="del">
          <ac:chgData name="Felipe Magno Parreiras de Sousa (SEPLAG)" userId="S::m7524689@ca.mg.gov.br::86c0c464-8cc7-4f98-9117-7a7ecf4c6512" providerId="AD" clId="Web-{A6D28ABE-CF5E-A23E-6F77-E2090F1A7AB6}" dt="2026-02-25T13:47:35.867" v="19"/>
          <ac:picMkLst>
            <pc:docMk/>
            <pc:sldMk cId="3964188611" sldId="2084"/>
            <ac:picMk id="3" creationId="{00000000-0000-0000-0000-000000000000}"/>
          </ac:picMkLst>
        </pc:picChg>
      </pc:sldChg>
      <pc:sldChg chg="del">
        <pc:chgData name="Felipe Magno Parreiras de Sousa (SEPLAG)" userId="S::m7524689@ca.mg.gov.br::86c0c464-8cc7-4f98-9117-7a7ecf4c6512" providerId="AD" clId="Web-{A6D28ABE-CF5E-A23E-6F77-E2090F1A7AB6}" dt="2026-02-25T13:47:40.852" v="22"/>
        <pc:sldMkLst>
          <pc:docMk/>
          <pc:sldMk cId="4170070605" sldId="2085"/>
        </pc:sldMkLst>
      </pc:sldChg>
      <pc:sldChg chg="del">
        <pc:chgData name="Felipe Magno Parreiras de Sousa (SEPLAG)" userId="S::m7524689@ca.mg.gov.br::86c0c464-8cc7-4f98-9117-7a7ecf4c6512" providerId="AD" clId="Web-{A6D28ABE-CF5E-A23E-6F77-E2090F1A7AB6}" dt="2026-02-25T13:47:39.258" v="21"/>
        <pc:sldMkLst>
          <pc:docMk/>
          <pc:sldMk cId="2918696969" sldId="2086"/>
        </pc:sldMkLst>
      </pc:sldChg>
      <pc:sldChg chg="addSp delSp modSp">
        <pc:chgData name="Felipe Magno Parreiras de Sousa (SEPLAG)" userId="S::m7524689@ca.mg.gov.br::86c0c464-8cc7-4f98-9117-7a7ecf4c6512" providerId="AD" clId="Web-{A6D28ABE-CF5E-A23E-6F77-E2090F1A7AB6}" dt="2026-02-25T13:49:52.090" v="34" actId="1076"/>
        <pc:sldMkLst>
          <pc:docMk/>
          <pc:sldMk cId="3148080236" sldId="2088"/>
        </pc:sldMkLst>
        <pc:picChg chg="del">
          <ac:chgData name="Felipe Magno Parreiras de Sousa (SEPLAG)" userId="S::m7524689@ca.mg.gov.br::86c0c464-8cc7-4f98-9117-7a7ecf4c6512" providerId="AD" clId="Web-{A6D28ABE-CF5E-A23E-6F77-E2090F1A7AB6}" dt="2026-02-25T13:47:36.977" v="20"/>
          <ac:picMkLst>
            <pc:docMk/>
            <pc:sldMk cId="3148080236" sldId="2088"/>
            <ac:picMk id="2" creationId="{00000000-0000-0000-0000-000000000000}"/>
          </ac:picMkLst>
        </pc:picChg>
        <pc:picChg chg="add mod">
          <ac:chgData name="Felipe Magno Parreiras de Sousa (SEPLAG)" userId="S::m7524689@ca.mg.gov.br::86c0c464-8cc7-4f98-9117-7a7ecf4c6512" providerId="AD" clId="Web-{A6D28ABE-CF5E-A23E-6F77-E2090F1A7AB6}" dt="2026-02-25T13:49:52.090" v="34" actId="1076"/>
          <ac:picMkLst>
            <pc:docMk/>
            <pc:sldMk cId="3148080236" sldId="2088"/>
            <ac:picMk id="3" creationId="{6F90D1FF-7B0A-6467-7F4A-93357972F979}"/>
          </ac:picMkLst>
        </pc:picChg>
      </pc:sldChg>
      <pc:sldChg chg="del">
        <pc:chgData name="Felipe Magno Parreiras de Sousa (SEPLAG)" userId="S::m7524689@ca.mg.gov.br::86c0c464-8cc7-4f98-9117-7a7ecf4c6512" providerId="AD" clId="Web-{A6D28ABE-CF5E-A23E-6F77-E2090F1A7AB6}" dt="2026-02-25T13:47:42.039" v="23"/>
        <pc:sldMkLst>
          <pc:docMk/>
          <pc:sldMk cId="2238050347" sldId="2096"/>
        </pc:sldMkLst>
      </pc:sldChg>
      <pc:sldChg chg="del">
        <pc:chgData name="Felipe Magno Parreiras de Sousa (SEPLAG)" userId="S::m7524689@ca.mg.gov.br::86c0c464-8cc7-4f98-9117-7a7ecf4c6512" providerId="AD" clId="Web-{A6D28ABE-CF5E-A23E-6F77-E2090F1A7AB6}" dt="2026-02-25T13:47:43.946" v="24"/>
        <pc:sldMkLst>
          <pc:docMk/>
          <pc:sldMk cId="897699916" sldId="2097"/>
        </pc:sldMkLst>
      </pc:sldChg>
      <pc:sldChg chg="del">
        <pc:chgData name="Felipe Magno Parreiras de Sousa (SEPLAG)" userId="S::m7524689@ca.mg.gov.br::86c0c464-8cc7-4f98-9117-7a7ecf4c6512" providerId="AD" clId="Web-{A6D28ABE-CF5E-A23E-6F77-E2090F1A7AB6}" dt="2026-02-25T13:47:45.008" v="25"/>
        <pc:sldMkLst>
          <pc:docMk/>
          <pc:sldMk cId="1839309177" sldId="2098"/>
        </pc:sldMkLst>
      </pc:sldChg>
      <pc:sldChg chg="del">
        <pc:chgData name="Felipe Magno Parreiras de Sousa (SEPLAG)" userId="S::m7524689@ca.mg.gov.br::86c0c464-8cc7-4f98-9117-7a7ecf4c6512" providerId="AD" clId="Web-{A6D28ABE-CF5E-A23E-6F77-E2090F1A7AB6}" dt="2026-02-25T13:47:45.477" v="26"/>
        <pc:sldMkLst>
          <pc:docMk/>
          <pc:sldMk cId="2161061580" sldId="2099"/>
        </pc:sldMkLst>
      </pc:sldChg>
    </pc:docChg>
  </pc:docChgLst>
  <pc:docChgLst>
    <pc:chgData name="Felipe Magno Parreiras de Sousa (SEPLAG)" userId="S::m7524689@ca.mg.gov.br::86c0c464-8cc7-4f98-9117-7a7ecf4c6512" providerId="AD" clId="Web-{EF5AA284-D296-AFCB-E398-7331AA1E4EDE}"/>
    <pc:docChg chg="addSld delSld modSld modSection">
      <pc:chgData name="Felipe Magno Parreiras de Sousa (SEPLAG)" userId="S::m7524689@ca.mg.gov.br::86c0c464-8cc7-4f98-9117-7a7ecf4c6512" providerId="AD" clId="Web-{EF5AA284-D296-AFCB-E398-7331AA1E4EDE}" dt="2026-02-25T14:02:02.145" v="134"/>
      <pc:docMkLst>
        <pc:docMk/>
      </pc:docMkLst>
      <pc:sldChg chg="del">
        <pc:chgData name="Felipe Magno Parreiras de Sousa (SEPLAG)" userId="S::m7524689@ca.mg.gov.br::86c0c464-8cc7-4f98-9117-7a7ecf4c6512" providerId="AD" clId="Web-{EF5AA284-D296-AFCB-E398-7331AA1E4EDE}" dt="2026-02-25T14:01:46.127" v="121"/>
        <pc:sldMkLst>
          <pc:docMk/>
          <pc:sldMk cId="514626456" sldId="2060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6.940" v="122"/>
        <pc:sldMkLst>
          <pc:docMk/>
          <pc:sldMk cId="1540157390" sldId="2090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5.127" v="120"/>
        <pc:sldMkLst>
          <pc:docMk/>
          <pc:sldMk cId="3024585936" sldId="2091"/>
        </pc:sldMkLst>
      </pc:sldChg>
      <pc:sldChg chg="addSp modSp">
        <pc:chgData name="Felipe Magno Parreiras de Sousa (SEPLAG)" userId="S::m7524689@ca.mg.gov.br::86c0c464-8cc7-4f98-9117-7a7ecf4c6512" providerId="AD" clId="Web-{EF5AA284-D296-AFCB-E398-7331AA1E4EDE}" dt="2026-02-25T13:59:38.298" v="60" actId="20577"/>
        <pc:sldMkLst>
          <pc:docMk/>
          <pc:sldMk cId="4102320620" sldId="2093"/>
        </pc:sldMkLst>
        <pc:spChg chg="add mod">
          <ac:chgData name="Felipe Magno Parreiras de Sousa (SEPLAG)" userId="S::m7524689@ca.mg.gov.br::86c0c464-8cc7-4f98-9117-7a7ecf4c6512" providerId="AD" clId="Web-{EF5AA284-D296-AFCB-E398-7331AA1E4EDE}" dt="2026-02-25T13:58:49" v="31"/>
          <ac:spMkLst>
            <pc:docMk/>
            <pc:sldMk cId="4102320620" sldId="2093"/>
            <ac:spMk id="5" creationId="{22818B04-53AC-935C-2B84-0EC4D28A3CC1}"/>
          </ac:spMkLst>
        </pc:spChg>
        <pc:spChg chg="mod">
          <ac:chgData name="Felipe Magno Parreiras de Sousa (SEPLAG)" userId="S::m7524689@ca.mg.gov.br::86c0c464-8cc7-4f98-9117-7a7ecf4c6512" providerId="AD" clId="Web-{EF5AA284-D296-AFCB-E398-7331AA1E4EDE}" dt="2026-02-25T13:59:38.298" v="60" actId="20577"/>
          <ac:spMkLst>
            <pc:docMk/>
            <pc:sldMk cId="4102320620" sldId="2093"/>
            <ac:spMk id="6" creationId="{7BCFC8EA-E530-45B8-4354-76B1C6B991DE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3:58:54.313" v="35" actId="1076"/>
          <ac:spMkLst>
            <pc:docMk/>
            <pc:sldMk cId="4102320620" sldId="2093"/>
            <ac:spMk id="8" creationId="{671FC2D6-69D2-4B42-A15E-75C353124266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3:58:59.157" v="39" actId="1076"/>
          <ac:spMkLst>
            <pc:docMk/>
            <pc:sldMk cId="4102320620" sldId="2093"/>
            <ac:spMk id="10" creationId="{5645713F-23A4-6530-CCB5-E31F245BD24E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3:59:03.501" v="43" actId="1076"/>
          <ac:spMkLst>
            <pc:docMk/>
            <pc:sldMk cId="4102320620" sldId="2093"/>
            <ac:spMk id="12" creationId="{3883282F-7FBF-B3F3-00B4-9794B1839DAC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3:59:09.391" v="47" actId="1076"/>
          <ac:spMkLst>
            <pc:docMk/>
            <pc:sldMk cId="4102320620" sldId="2093"/>
            <ac:spMk id="14" creationId="{1406A836-73D8-72A0-F12A-3BBA55D77562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3:59:12.969" v="51" actId="1076"/>
          <ac:spMkLst>
            <pc:docMk/>
            <pc:sldMk cId="4102320620" sldId="2093"/>
            <ac:spMk id="16" creationId="{A37E3886-1FBE-97B4-FDF8-ADDEDF9B9BA5}"/>
          </ac:spMkLst>
        </pc:spChg>
        <pc:picChg chg="mod">
          <ac:chgData name="Felipe Magno Parreiras de Sousa (SEPLAG)" userId="S::m7524689@ca.mg.gov.br::86c0c464-8cc7-4f98-9117-7a7ecf4c6512" providerId="AD" clId="Web-{EF5AA284-D296-AFCB-E398-7331AA1E4EDE}" dt="2026-02-25T13:57:17.859" v="2" actId="1076"/>
          <ac:picMkLst>
            <pc:docMk/>
            <pc:sldMk cId="4102320620" sldId="2093"/>
            <ac:picMk id="3" creationId="{C27F2281-E86A-9EDA-0C0B-97A9E9A1EA5E}"/>
          </ac:picMkLst>
        </pc:picChg>
        <pc:cxnChg chg="add mod">
          <ac:chgData name="Felipe Magno Parreiras de Sousa (SEPLAG)" userId="S::m7524689@ca.mg.gov.br::86c0c464-8cc7-4f98-9117-7a7ecf4c6512" providerId="AD" clId="Web-{EF5AA284-D296-AFCB-E398-7331AA1E4EDE}" dt="2026-02-25T13:58:21.281" v="25"/>
          <ac:cxnSpMkLst>
            <pc:docMk/>
            <pc:sldMk cId="4102320620" sldId="2093"/>
            <ac:cxnSpMk id="2" creationId="{8D15DBD0-35A4-5E9C-3715-A6BEC6ED12A1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3:58:54.313" v="34" actId="1076"/>
          <ac:cxnSpMkLst>
            <pc:docMk/>
            <pc:sldMk cId="4102320620" sldId="2093"/>
            <ac:cxnSpMk id="7" creationId="{3D172B8F-A5E0-CFF6-0B5B-CCAA010D0585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3:58:59.141" v="38" actId="1076"/>
          <ac:cxnSpMkLst>
            <pc:docMk/>
            <pc:sldMk cId="4102320620" sldId="2093"/>
            <ac:cxnSpMk id="9" creationId="{5463155A-459C-8096-04FB-B56A68D01616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3:59:03.501" v="42" actId="1076"/>
          <ac:cxnSpMkLst>
            <pc:docMk/>
            <pc:sldMk cId="4102320620" sldId="2093"/>
            <ac:cxnSpMk id="11" creationId="{A186CDD7-4294-44B4-912A-3D60447ED4FB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3:59:09.376" v="46" actId="1076"/>
          <ac:cxnSpMkLst>
            <pc:docMk/>
            <pc:sldMk cId="4102320620" sldId="2093"/>
            <ac:cxnSpMk id="13" creationId="{B0F91852-883A-FAB3-6542-CDF4A885C4A7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3:59:12.969" v="50" actId="1076"/>
          <ac:cxnSpMkLst>
            <pc:docMk/>
            <pc:sldMk cId="4102320620" sldId="2093"/>
            <ac:cxnSpMk id="15" creationId="{239A7529-BD8D-32FF-FB0A-665F10135459}"/>
          </ac:cxnSpMkLst>
        </pc:cxnChg>
      </pc:sldChg>
      <pc:sldChg chg="addSp modSp">
        <pc:chgData name="Felipe Magno Parreiras de Sousa (SEPLAG)" userId="S::m7524689@ca.mg.gov.br::86c0c464-8cc7-4f98-9117-7a7ecf4c6512" providerId="AD" clId="Web-{EF5AA284-D296-AFCB-E398-7331AA1E4EDE}" dt="2026-02-25T14:00:44.580" v="116" actId="1076"/>
        <pc:sldMkLst>
          <pc:docMk/>
          <pc:sldMk cId="3246959570" sldId="2094"/>
        </pc:sldMkLst>
        <pc:spChg chg="mod">
          <ac:chgData name="Felipe Magno Parreiras de Sousa (SEPLAG)" userId="S::m7524689@ca.mg.gov.br::86c0c464-8cc7-4f98-9117-7a7ecf4c6512" providerId="AD" clId="Web-{EF5AA284-D296-AFCB-E398-7331AA1E4EDE}" dt="2026-02-25T13:59:45.157" v="83" actId="20577"/>
          <ac:spMkLst>
            <pc:docMk/>
            <pc:sldMk cId="3246959570" sldId="2094"/>
            <ac:spMk id="6" creationId="{F9E6BF70-CE08-908D-DE9D-6794EAFB6B9B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4:00:27.939" v="100" actId="1076"/>
          <ac:spMkLst>
            <pc:docMk/>
            <pc:sldMk cId="3246959570" sldId="2094"/>
            <ac:spMk id="8" creationId="{EE92EAFF-2B3F-C2C0-C216-2517FCB3D9E8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4:00:31.955" v="104" actId="1076"/>
          <ac:spMkLst>
            <pc:docMk/>
            <pc:sldMk cId="3246959570" sldId="2094"/>
            <ac:spMk id="10" creationId="{BA31D0CF-1397-5178-05F6-3607B2A2FA28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4:00:35.189" v="108" actId="1076"/>
          <ac:spMkLst>
            <pc:docMk/>
            <pc:sldMk cId="3246959570" sldId="2094"/>
            <ac:spMk id="12" creationId="{AB56DB3F-D1F5-EAAD-A56D-A2022AC46363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4:00:40.314" v="112" actId="1076"/>
          <ac:spMkLst>
            <pc:docMk/>
            <pc:sldMk cId="3246959570" sldId="2094"/>
            <ac:spMk id="14" creationId="{02A4201C-296A-1C6B-D578-060487384693}"/>
          </ac:spMkLst>
        </pc:spChg>
        <pc:spChg chg="add mod">
          <ac:chgData name="Felipe Magno Parreiras de Sousa (SEPLAG)" userId="S::m7524689@ca.mg.gov.br::86c0c464-8cc7-4f98-9117-7a7ecf4c6512" providerId="AD" clId="Web-{EF5AA284-D296-AFCB-E398-7331AA1E4EDE}" dt="2026-02-25T14:00:44.580" v="116" actId="1076"/>
          <ac:spMkLst>
            <pc:docMk/>
            <pc:sldMk cId="3246959570" sldId="2094"/>
            <ac:spMk id="16" creationId="{91D95C03-0CB2-D5B0-8405-F498EF390A94}"/>
          </ac:spMkLst>
        </pc:spChg>
        <pc:picChg chg="mod">
          <ac:chgData name="Felipe Magno Parreiras de Sousa (SEPLAG)" userId="S::m7524689@ca.mg.gov.br::86c0c464-8cc7-4f98-9117-7a7ecf4c6512" providerId="AD" clId="Web-{EF5AA284-D296-AFCB-E398-7331AA1E4EDE}" dt="2026-02-25T13:59:53.907" v="84" actId="1076"/>
          <ac:picMkLst>
            <pc:docMk/>
            <pc:sldMk cId="3246959570" sldId="2094"/>
            <ac:picMk id="5" creationId="{5422EA7A-9F77-E508-2F41-F395624DF14B}"/>
          </ac:picMkLst>
        </pc:picChg>
        <pc:cxnChg chg="add mod">
          <ac:chgData name="Felipe Magno Parreiras de Sousa (SEPLAG)" userId="S::m7524689@ca.mg.gov.br::86c0c464-8cc7-4f98-9117-7a7ecf4c6512" providerId="AD" clId="Web-{EF5AA284-D296-AFCB-E398-7331AA1E4EDE}" dt="2026-02-25T14:00:27.923" v="99" actId="1076"/>
          <ac:cxnSpMkLst>
            <pc:docMk/>
            <pc:sldMk cId="3246959570" sldId="2094"/>
            <ac:cxnSpMk id="3" creationId="{DF477B06-9F25-F555-135A-781B7FC2F617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4:00:31.955" v="103" actId="1076"/>
          <ac:cxnSpMkLst>
            <pc:docMk/>
            <pc:sldMk cId="3246959570" sldId="2094"/>
            <ac:cxnSpMk id="9" creationId="{ED7BEDF2-1321-FFE2-A164-9DDC50886766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4:00:35.189" v="107" actId="1076"/>
          <ac:cxnSpMkLst>
            <pc:docMk/>
            <pc:sldMk cId="3246959570" sldId="2094"/>
            <ac:cxnSpMk id="11" creationId="{C15894EA-2AF3-E124-0FF8-33B7EFF9C858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4:00:40.314" v="111" actId="1076"/>
          <ac:cxnSpMkLst>
            <pc:docMk/>
            <pc:sldMk cId="3246959570" sldId="2094"/>
            <ac:cxnSpMk id="13" creationId="{1D8F02E5-D1D7-AEAA-D7A5-F09226B39372}"/>
          </ac:cxnSpMkLst>
        </pc:cxnChg>
        <pc:cxnChg chg="add mod">
          <ac:chgData name="Felipe Magno Parreiras de Sousa (SEPLAG)" userId="S::m7524689@ca.mg.gov.br::86c0c464-8cc7-4f98-9117-7a7ecf4c6512" providerId="AD" clId="Web-{EF5AA284-D296-AFCB-E398-7331AA1E4EDE}" dt="2026-02-25T14:00:44.564" v="115" actId="1076"/>
          <ac:cxnSpMkLst>
            <pc:docMk/>
            <pc:sldMk cId="3246959570" sldId="2094"/>
            <ac:cxnSpMk id="15" creationId="{91555AD2-0B7F-E804-9677-BDBE0F711411}"/>
          </ac:cxnSpMkLst>
        </pc:cxnChg>
      </pc:sldChg>
      <pc:sldChg chg="del">
        <pc:chgData name="Felipe Magno Parreiras de Sousa (SEPLAG)" userId="S::m7524689@ca.mg.gov.br::86c0c464-8cc7-4f98-9117-7a7ecf4c6512" providerId="AD" clId="Web-{EF5AA284-D296-AFCB-E398-7331AA1E4EDE}" dt="2026-02-25T14:01:43.440" v="119"/>
        <pc:sldMkLst>
          <pc:docMk/>
          <pc:sldMk cId="966563315" sldId="2095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7.424" v="123"/>
        <pc:sldMkLst>
          <pc:docMk/>
          <pc:sldMk cId="2886497566" sldId="2101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8.018" v="124"/>
        <pc:sldMkLst>
          <pc:docMk/>
          <pc:sldMk cId="990525416" sldId="2102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9.315" v="126"/>
        <pc:sldMkLst>
          <pc:docMk/>
          <pc:sldMk cId="2605588371" sldId="2103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8.659" v="125"/>
        <pc:sldMkLst>
          <pc:docMk/>
          <pc:sldMk cId="3744457724" sldId="2104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1:49.987" v="127"/>
        <pc:sldMkLst>
          <pc:docMk/>
          <pc:sldMk cId="3435830838" sldId="2105"/>
        </pc:sldMkLst>
      </pc:sldChg>
      <pc:sldChg chg="add del">
        <pc:chgData name="Felipe Magno Parreiras de Sousa (SEPLAG)" userId="S::m7524689@ca.mg.gov.br::86c0c464-8cc7-4f98-9117-7a7ecf4c6512" providerId="AD" clId="Web-{EF5AA284-D296-AFCB-E398-7331AA1E4EDE}" dt="2026-02-25T14:02:00.942" v="132"/>
        <pc:sldMkLst>
          <pc:docMk/>
          <pc:sldMk cId="2371225027" sldId="2106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2:02.145" v="134"/>
        <pc:sldMkLst>
          <pc:docMk/>
          <pc:sldMk cId="2023583320" sldId="2107"/>
        </pc:sldMkLst>
      </pc:sldChg>
      <pc:sldChg chg="del">
        <pc:chgData name="Felipe Magno Parreiras de Sousa (SEPLAG)" userId="S::m7524689@ca.mg.gov.br::86c0c464-8cc7-4f98-9117-7a7ecf4c6512" providerId="AD" clId="Web-{EF5AA284-D296-AFCB-E398-7331AA1E4EDE}" dt="2026-02-25T14:02:01.598" v="133"/>
        <pc:sldMkLst>
          <pc:docMk/>
          <pc:sldMk cId="2723939641" sldId="2108"/>
        </pc:sldMkLst>
      </pc:sldChg>
      <pc:sldChg chg="modSp">
        <pc:chgData name="Felipe Magno Parreiras de Sousa (SEPLAG)" userId="S::m7524689@ca.mg.gov.br::86c0c464-8cc7-4f98-9117-7a7ecf4c6512" providerId="AD" clId="Web-{EF5AA284-D296-AFCB-E398-7331AA1E4EDE}" dt="2026-02-25T14:01:36.971" v="118" actId="20577"/>
        <pc:sldMkLst>
          <pc:docMk/>
          <pc:sldMk cId="3165050684" sldId="2111"/>
        </pc:sldMkLst>
        <pc:spChg chg="mod">
          <ac:chgData name="Felipe Magno Parreiras de Sousa (SEPLAG)" userId="S::m7524689@ca.mg.gov.br::86c0c464-8cc7-4f98-9117-7a7ecf4c6512" providerId="AD" clId="Web-{EF5AA284-D296-AFCB-E398-7331AA1E4EDE}" dt="2026-02-25T14:01:36.971" v="118" actId="20577"/>
          <ac:spMkLst>
            <pc:docMk/>
            <pc:sldMk cId="3165050684" sldId="2111"/>
            <ac:spMk id="6" creationId="{D8A69E9C-8529-CD9D-C5F1-C1168A3557D8}"/>
          </ac:spMkLst>
        </pc:spChg>
      </pc:sldChg>
      <pc:sldChg chg="add del">
        <pc:chgData name="Felipe Magno Parreiras de Sousa (SEPLAG)" userId="S::m7524689@ca.mg.gov.br::86c0c464-8cc7-4f98-9117-7a7ecf4c6512" providerId="AD" clId="Web-{EF5AA284-D296-AFCB-E398-7331AA1E4EDE}" dt="2026-02-25T14:01:54.222" v="130"/>
        <pc:sldMkLst>
          <pc:docMk/>
          <pc:sldMk cId="45783337" sldId="2115"/>
        </pc:sldMkLst>
      </pc:sldChg>
    </pc:docChg>
  </pc:docChgLst>
  <pc:docChgLst>
    <pc:chgData name="Tuliana Macedo Vasconcelos (SEPLAG)" userId="S::m669753@ca.mg.gov.br::ed3347b8-d920-4606-aeae-8d35d828b25c" providerId="AD" clId="Web-{65824975-2753-CE46-C544-3D470E8FB5C1}"/>
    <pc:docChg chg="addSld modSld modSection">
      <pc:chgData name="Tuliana Macedo Vasconcelos (SEPLAG)" userId="S::m669753@ca.mg.gov.br::ed3347b8-d920-4606-aeae-8d35d828b25c" providerId="AD" clId="Web-{65824975-2753-CE46-C544-3D470E8FB5C1}" dt="2026-02-24T16:12:00.760" v="210"/>
      <pc:docMkLst>
        <pc:docMk/>
      </pc:docMkLst>
      <pc:sldChg chg="modSp add replId">
        <pc:chgData name="Tuliana Macedo Vasconcelos (SEPLAG)" userId="S::m669753@ca.mg.gov.br::ed3347b8-d920-4606-aeae-8d35d828b25c" providerId="AD" clId="Web-{65824975-2753-CE46-C544-3D470E8FB5C1}" dt="2026-02-24T14:28:59.136" v="3" actId="20577"/>
        <pc:sldMkLst>
          <pc:docMk/>
          <pc:sldMk cId="1087503703" sldId="2109"/>
        </pc:sldMkLst>
        <pc:spChg chg="mod">
          <ac:chgData name="Tuliana Macedo Vasconcelos (SEPLAG)" userId="S::m669753@ca.mg.gov.br::ed3347b8-d920-4606-aeae-8d35d828b25c" providerId="AD" clId="Web-{65824975-2753-CE46-C544-3D470E8FB5C1}" dt="2026-02-24T14:28:59.136" v="3" actId="20577"/>
          <ac:spMkLst>
            <pc:docMk/>
            <pc:sldMk cId="1087503703" sldId="2109"/>
            <ac:spMk id="11" creationId="{13C127F9-2417-A80F-BDF2-6A633A0BDDD2}"/>
          </ac:spMkLst>
        </pc:spChg>
      </pc:sldChg>
      <pc:sldChg chg="addSp delSp modSp add replId">
        <pc:chgData name="Tuliana Macedo Vasconcelos (SEPLAG)" userId="S::m669753@ca.mg.gov.br::ed3347b8-d920-4606-aeae-8d35d828b25c" providerId="AD" clId="Web-{65824975-2753-CE46-C544-3D470E8FB5C1}" dt="2026-02-24T16:12:00.760" v="210"/>
        <pc:sldMkLst>
          <pc:docMk/>
          <pc:sldMk cId="80967144" sldId="2110"/>
        </pc:sldMkLst>
        <pc:spChg chg="mod">
          <ac:chgData name="Tuliana Macedo Vasconcelos (SEPLAG)" userId="S::m669753@ca.mg.gov.br::ed3347b8-d920-4606-aeae-8d35d828b25c" providerId="AD" clId="Web-{65824975-2753-CE46-C544-3D470E8FB5C1}" dt="2026-02-24T14:30:54.247" v="6" actId="20577"/>
          <ac:spMkLst>
            <pc:docMk/>
            <pc:sldMk cId="80967144" sldId="2110"/>
            <ac:spMk id="6" creationId="{3306DA21-559E-C2D3-C5D1-AC9BEA5EA4CA}"/>
          </ac:spMkLst>
        </pc:spChg>
        <pc:spChg chg="mod">
          <ac:chgData name="Tuliana Macedo Vasconcelos (SEPLAG)" userId="S::m669753@ca.mg.gov.br::ed3347b8-d920-4606-aeae-8d35d828b25c" providerId="AD" clId="Web-{65824975-2753-CE46-C544-3D470E8FB5C1}" dt="2026-02-24T16:08:26.939" v="175" actId="20577"/>
          <ac:spMkLst>
            <pc:docMk/>
            <pc:sldMk cId="80967144" sldId="2110"/>
            <ac:spMk id="8" creationId="{3690E663-4ED7-EAE6-403B-D9762F765D0F}"/>
          </ac:spMkLst>
        </pc:spChg>
        <pc:graphicFrameChg chg="add del mod">
          <ac:chgData name="Tuliana Macedo Vasconcelos (SEPLAG)" userId="S::m669753@ca.mg.gov.br::ed3347b8-d920-4606-aeae-8d35d828b25c" providerId="AD" clId="Web-{65824975-2753-CE46-C544-3D470E8FB5C1}" dt="2026-02-24T16:08:44.706" v="178"/>
          <ac:graphicFrameMkLst>
            <pc:docMk/>
            <pc:sldMk cId="80967144" sldId="2110"/>
            <ac:graphicFrameMk id="3" creationId="{58A2102F-8B8B-50E4-E0E6-8CDE96B72E9B}"/>
          </ac:graphicFrameMkLst>
        </pc:graphicFrameChg>
        <pc:graphicFrameChg chg="add del mod modGraphic">
          <ac:chgData name="Tuliana Macedo Vasconcelos (SEPLAG)" userId="S::m669753@ca.mg.gov.br::ed3347b8-d920-4606-aeae-8d35d828b25c" providerId="AD" clId="Web-{65824975-2753-CE46-C544-3D470E8FB5C1}" dt="2026-02-24T16:10:41.679" v="201"/>
          <ac:graphicFrameMkLst>
            <pc:docMk/>
            <pc:sldMk cId="80967144" sldId="2110"/>
            <ac:graphicFrameMk id="9" creationId="{C0714035-2081-D926-B11B-87C4AF3911AC}"/>
          </ac:graphicFrameMkLst>
        </pc:graphicFrameChg>
        <pc:graphicFrameChg chg="add del mod modGraphic">
          <ac:chgData name="Tuliana Macedo Vasconcelos (SEPLAG)" userId="S::m669753@ca.mg.gov.br::ed3347b8-d920-4606-aeae-8d35d828b25c" providerId="AD" clId="Web-{65824975-2753-CE46-C544-3D470E8FB5C1}" dt="2026-02-24T16:11:51.385" v="207"/>
          <ac:graphicFrameMkLst>
            <pc:docMk/>
            <pc:sldMk cId="80967144" sldId="2110"/>
            <ac:graphicFrameMk id="11" creationId="{78C842FF-019F-2AE6-149A-7D36A5866C04}"/>
          </ac:graphicFrameMkLst>
        </pc:graphicFrameChg>
        <pc:graphicFrameChg chg="add mod modGraphic">
          <ac:chgData name="Tuliana Macedo Vasconcelos (SEPLAG)" userId="S::m669753@ca.mg.gov.br::ed3347b8-d920-4606-aeae-8d35d828b25c" providerId="AD" clId="Web-{65824975-2753-CE46-C544-3D470E8FB5C1}" dt="2026-02-24T16:12:00.760" v="210"/>
          <ac:graphicFrameMkLst>
            <pc:docMk/>
            <pc:sldMk cId="80967144" sldId="2110"/>
            <ac:graphicFrameMk id="13" creationId="{951F7619-9AD2-1534-6052-C9F47E01CAE7}"/>
          </ac:graphicFrameMkLst>
        </pc:graphicFrameChg>
        <pc:picChg chg="add del mod modCrop">
          <ac:chgData name="Tuliana Macedo Vasconcelos (SEPLAG)" userId="S::m669753@ca.mg.gov.br::ed3347b8-d920-4606-aeae-8d35d828b25c" providerId="AD" clId="Web-{65824975-2753-CE46-C544-3D470E8FB5C1}" dt="2026-02-24T16:09:03.222" v="182"/>
          <ac:picMkLst>
            <pc:docMk/>
            <pc:sldMk cId="80967144" sldId="2110"/>
            <ac:picMk id="5" creationId="{D4CE6A02-B37D-0EC1-0619-20A72517D2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6671-8C80-4EF4-B4E2-42C9392A30B7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43DB2-8030-405F-9866-85AE58B6CC2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48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025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972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652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91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A283-21C6-49C6-9FED-61C9AECA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810E43-4D08-C8A1-5F9D-DAEEA7EEB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EBB05C-6D47-F7D7-13D3-76E8B60D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F45AC1-540C-5A20-5E7C-7FD880696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542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DA71-DBC1-E0D6-66D1-3CEDF92A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D8FD03-1D8D-6D13-6416-3FAD5A020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A41CE4-AE07-58FD-27ED-C8336353D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Processo</a:t>
            </a:r>
            <a:r>
              <a:rPr lang="pt-BR" baseline="0"/>
              <a:t> ainda não tramitado para DCMEFO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95EE6C-5896-1A80-0116-3BE80B269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903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7BF9-DBF3-2FFC-5B5C-9E01EB58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BEBC3E-88A2-27DE-6DDB-8F91198C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C8BCEA-A031-3BF8-6687-F20EF904E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Processo</a:t>
            </a:r>
            <a:r>
              <a:rPr lang="pt-BR" baseline="0"/>
              <a:t> ainda não tramitado para DCMEFO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F3FA2D-383A-6957-977C-8C6F70EEA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513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2B0F-1C6C-869F-A546-29AC5094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59A908-50EA-58F2-4B8B-B096EB853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1DD3E1-9A93-5BE7-A1E9-69646BED0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2DE65D-2806-FDF3-2E0D-1FC8ECCEF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469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CF902-13B2-3681-2D87-91D27F60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5A1B7B-9E4E-84CB-DE4C-9F1DF145C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30D5FD-F96A-FA29-40A7-09D4D286E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E0D0DC-8CCA-6D96-80CB-DD9726878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47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DB77-82DF-B98A-F3AF-4B28D25D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8337CA-227E-2CC0-67AE-7278BF369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4C528D-3B45-C0EC-C5CE-8D21C3A93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36EB0-F461-2861-8422-D53E29F84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949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E2DE-37B4-1DB7-ED09-CF6E1B3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00F99C-7921-49C7-9FF0-828D536D6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933CFD-F69B-AFC3-75BE-2AAE71559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541F49-11CF-F61C-A74D-C7C18C74F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261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243B-D5E0-F795-FC4D-9CF5AE3A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967303-498D-DD74-B5F2-7D3BC0F4D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7B9808-03AA-729B-DEEE-1610BE02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496775-8E35-4B7B-8C3D-9F8BC7756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354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2239C-2E0E-693F-0A97-5DFD6B24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08AFF7-2E2D-273F-75DC-79E8B0422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5922AF-84DD-27BB-A05F-90700D911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B00854-906F-4823-E4F7-AA889D7F2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00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775360"/>
            <a:ext cx="7772400" cy="1225021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  <a:prstGeom prst="rect">
            <a:avLst/>
          </a:prstGeom>
        </p:spPr>
        <p:txBody>
          <a:bodyPr lIns="91421" tIns="45710" rIns="91421" bIns="45710"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79263"/>
            <a:ext cx="4040188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1" y="1279263"/>
            <a:ext cx="4041775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1" y="1812396"/>
            <a:ext cx="4041775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27543"/>
            <a:ext cx="3008313" cy="968375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195920"/>
            <a:ext cx="3008313" cy="3909219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3200"/>
            </a:lvl1pPr>
            <a:lvl2pPr marL="457109" indent="0">
              <a:buNone/>
              <a:defRPr sz="2800"/>
            </a:lvl2pPr>
            <a:lvl3pPr marL="914218" indent="0">
              <a:buNone/>
              <a:defRPr sz="2400"/>
            </a:lvl3pPr>
            <a:lvl4pPr marL="1371325" indent="0">
              <a:buNone/>
              <a:defRPr sz="2000"/>
            </a:lvl4pPr>
            <a:lvl5pPr marL="1828435" indent="0">
              <a:buNone/>
              <a:defRPr sz="2000"/>
            </a:lvl5pPr>
            <a:lvl6pPr marL="2285542" indent="0">
              <a:buNone/>
              <a:defRPr sz="2000"/>
            </a:lvl6pPr>
            <a:lvl7pPr marL="2742650" indent="0">
              <a:buNone/>
              <a:defRPr sz="2000"/>
            </a:lvl7pPr>
            <a:lvl8pPr marL="3199760" indent="0">
              <a:buNone/>
              <a:defRPr sz="2000"/>
            </a:lvl8pPr>
            <a:lvl9pPr marL="365687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28870"/>
            <a:ext cx="20574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28870"/>
            <a:ext cx="60198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43508" y="157200"/>
            <a:ext cx="8856984" cy="54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pic>
        <p:nvPicPr>
          <p:cNvPr id="9" name="Imagem 8" descr="simbolo.png"/>
          <p:cNvPicPr>
            <a:picLocks noChangeAspect="1"/>
          </p:cNvPicPr>
          <p:nvPr userDrawn="1"/>
        </p:nvPicPr>
        <p:blipFill>
          <a:blip r:embed="rId13" cstate="print"/>
          <a:srcRect r="50871"/>
          <a:stretch>
            <a:fillRect/>
          </a:stretch>
        </p:blipFill>
        <p:spPr>
          <a:xfrm>
            <a:off x="7850297" y="3937620"/>
            <a:ext cx="1150197" cy="1620180"/>
          </a:xfrm>
          <a:prstGeom prst="rect">
            <a:avLst/>
          </a:prstGeom>
        </p:spPr>
      </p:pic>
      <p:pic>
        <p:nvPicPr>
          <p:cNvPr id="6" name="Imagem 5" descr="Logo_Seplag2019-01.png"/>
          <p:cNvPicPr>
            <a:picLocks noChangeAspect="1"/>
          </p:cNvPicPr>
          <p:nvPr userDrawn="1"/>
        </p:nvPicPr>
        <p:blipFill>
          <a:blip r:embed="rId14" cstate="print"/>
          <a:srcRect l="7244" t="18500" r="8135" b="60080"/>
          <a:stretch>
            <a:fillRect/>
          </a:stretch>
        </p:blipFill>
        <p:spPr>
          <a:xfrm>
            <a:off x="251520" y="5063980"/>
            <a:ext cx="2376264" cy="4252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1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1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4" algn="l" defTabSz="91421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5" algn="l" defTabSz="91421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5" algn="l" defTabSz="91421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8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7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83412" y="1925992"/>
            <a:ext cx="6120680" cy="1077186"/>
          </a:xfrm>
          <a:prstGeom prst="rect">
            <a:avLst/>
          </a:prstGeom>
          <a:noFill/>
        </p:spPr>
        <p:txBody>
          <a:bodyPr wrap="square" lIns="91411" tIns="45704" rIns="91411" bIns="45704" rtlCol="0" anchor="t">
            <a:spAutoFit/>
          </a:bodyPr>
          <a:lstStyle/>
          <a:p>
            <a:r>
              <a:rPr lang="pt-BR" sz="3200" b="1">
                <a:solidFill>
                  <a:schemeClr val="bg1"/>
                </a:solidFill>
                <a:latin typeface="Arial"/>
                <a:cs typeface="Arial"/>
              </a:rPr>
              <a:t>INVESTIMENTOS PROPAG SEGURANA PÚBLICA 2026</a:t>
            </a:r>
          </a:p>
        </p:txBody>
      </p:sp>
    </p:spTree>
    <p:extLst>
      <p:ext uri="{BB962C8B-B14F-4D97-AF65-F5344CB8AC3E}">
        <p14:creationId xmlns:p14="http://schemas.microsoft.com/office/powerpoint/2010/main" val="283552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TETO DE GASTOS</a:t>
            </a:r>
          </a:p>
        </p:txBody>
      </p:sp>
    </p:spTree>
    <p:extLst>
      <p:ext uri="{BB962C8B-B14F-4D97-AF65-F5344CB8AC3E}">
        <p14:creationId xmlns:p14="http://schemas.microsoft.com/office/powerpoint/2010/main" val="327730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– ANO BASE 2023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 descr="Tabela&#10;&#10;O conteúdo gerado por IA pode estar incorreto.">
            <a:extLst>
              <a:ext uri="{FF2B5EF4-FFF2-40B4-BE49-F238E27FC236}">
                <a16:creationId xmlns:a16="http://schemas.microsoft.com/office/drawing/2014/main" id="{B3C1493A-5A03-620C-B5D0-886A8E207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43" y="1040294"/>
            <a:ext cx="8161976" cy="251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8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– ANO BASE 2023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F90D1FF-7B0A-6467-7F4A-93357972F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75" y="703791"/>
            <a:ext cx="8632407" cy="42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E917-322F-5C63-16E2-4F3DB348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52129C4-F409-DD2C-40B5-0428B476CBD8}"/>
              </a:ext>
            </a:extLst>
          </p:cNvPr>
          <p:cNvSpPr/>
          <p:nvPr/>
        </p:nvSpPr>
        <p:spPr>
          <a:xfrm>
            <a:off x="0" y="1777380"/>
            <a:ext cx="7116301" cy="13218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22FEF6-3761-4EF5-F058-B5136913723E}"/>
              </a:ext>
            </a:extLst>
          </p:cNvPr>
          <p:cNvSpPr txBox="1"/>
          <p:nvPr/>
        </p:nvSpPr>
        <p:spPr>
          <a:xfrm>
            <a:off x="90571" y="2036654"/>
            <a:ext cx="7025729" cy="984853"/>
          </a:xfrm>
          <a:prstGeom prst="rect">
            <a:avLst/>
          </a:prstGeom>
          <a:noFill/>
        </p:spPr>
        <p:txBody>
          <a:bodyPr wrap="square" lIns="91411" tIns="45704" rIns="91411" bIns="45704" rtlCol="0" anchor="t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/>
                <a:cs typeface="Arial"/>
              </a:rPr>
              <a:t>Propag – Investimentos</a:t>
            </a:r>
          </a:p>
          <a:p>
            <a:endParaRPr lang="pt-BR" sz="10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pt-B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Demanda extra - PMMG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761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D643-6695-8177-3E2F-43FBED88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D293D38-4C0F-C71B-A094-43CF3F6830A1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3151EC-CBFE-E9AC-7636-19EF7394C1B3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Propag (Investimentos) – Demanda extra PMMG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0A8BF3-D83C-C17F-995C-6AF7B5FB33C7}"/>
              </a:ext>
            </a:extLst>
          </p:cNvPr>
          <p:cNvSpPr txBox="1"/>
          <p:nvPr/>
        </p:nvSpPr>
        <p:spPr>
          <a:xfrm>
            <a:off x="215517" y="788245"/>
            <a:ext cx="8660856" cy="14003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dirty="0">
                <a:ea typeface="+mn-lt"/>
                <a:cs typeface="+mn-lt"/>
              </a:rPr>
              <a:t>PMMG apresentou diversas intervenções totalizando </a:t>
            </a:r>
            <a:r>
              <a:rPr lang="pt-BR" sz="1500" b="1" dirty="0">
                <a:ea typeface="+mn-lt"/>
                <a:cs typeface="+mn-lt"/>
              </a:rPr>
              <a:t>R$450,5 milhões</a:t>
            </a:r>
            <a:r>
              <a:rPr lang="pt-BR" sz="1500" dirty="0">
                <a:ea typeface="+mn-lt"/>
                <a:cs typeface="+mn-lt"/>
              </a:rPr>
              <a:t> para serem executadas com recursos do Propag.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b="1" dirty="0">
                <a:ea typeface="+mn-lt"/>
                <a:cs typeface="+mn-lt"/>
              </a:rPr>
              <a:t>Entregas até 30/06</a:t>
            </a:r>
            <a:r>
              <a:rPr lang="pt-BR" sz="1500" dirty="0">
                <a:ea typeface="+mn-lt"/>
                <a:cs typeface="+mn-lt"/>
              </a:rPr>
              <a:t>: Somente uma parcela das ações pode ser entregue até 30/06 (período eleitoral).</a:t>
            </a:r>
            <a:br>
              <a:rPr lang="pt-BR" sz="1500" dirty="0">
                <a:ea typeface="+mn-lt"/>
                <a:cs typeface="+mn-lt"/>
              </a:rPr>
            </a:br>
            <a:r>
              <a:rPr lang="pt-BR" sz="1500" dirty="0">
                <a:ea typeface="+mn-lt"/>
                <a:cs typeface="+mn-lt"/>
              </a:rPr>
              <a:t>Para garantir a entrega até a data, </a:t>
            </a:r>
            <a:r>
              <a:rPr lang="pt-BR" sz="1500" b="1" u="sng" dirty="0">
                <a:ea typeface="+mn-lt"/>
                <a:cs typeface="+mn-lt"/>
              </a:rPr>
              <a:t>é preciso que o recurso seja liberado até 27/02/2026.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pt-BR" sz="1500" dirty="0">
              <a:ea typeface="+mn-lt"/>
              <a:cs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D7DE0A-F1A7-D7AE-A3F8-953BD2DE4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29" y="2087417"/>
            <a:ext cx="6352542" cy="252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71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7971-600A-6704-CE03-B15A129A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52BA850-B9E0-5711-4C03-48FABF3CE0B1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CFC8EA-E530-45B8-4354-76B1C6B991DE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PMMG – Entrega anterior a 30/06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7F2281-E86A-9EDA-0C0B-97A9E9A1E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124" y="742126"/>
            <a:ext cx="6881091" cy="4137715"/>
          </a:xfrm>
          <a:prstGeom prst="rect">
            <a:avLst/>
          </a:prstGeom>
        </p:spPr>
      </p:pic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8D15DBD0-35A4-5E9C-3715-A6BEC6ED12A1}"/>
              </a:ext>
            </a:extLst>
          </p:cNvPr>
          <p:cNvCxnSpPr/>
          <p:nvPr/>
        </p:nvCxnSpPr>
        <p:spPr>
          <a:xfrm>
            <a:off x="1272378" y="1566424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818B04-53AC-935C-2B84-0EC4D28A3CC1}"/>
              </a:ext>
            </a:extLst>
          </p:cNvPr>
          <p:cNvSpPr txBox="1"/>
          <p:nvPr/>
        </p:nvSpPr>
        <p:spPr>
          <a:xfrm>
            <a:off x="212200" y="1402186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D172B8F-A5E0-CFF6-0B5B-CCAA010D0585}"/>
              </a:ext>
            </a:extLst>
          </p:cNvPr>
          <p:cNvCxnSpPr>
            <a:cxnSpLocks/>
          </p:cNvCxnSpPr>
          <p:nvPr/>
        </p:nvCxnSpPr>
        <p:spPr>
          <a:xfrm>
            <a:off x="1263667" y="1744125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1FC2D6-69D2-4B42-A15E-75C353124266}"/>
              </a:ext>
            </a:extLst>
          </p:cNvPr>
          <p:cNvSpPr txBox="1"/>
          <p:nvPr/>
        </p:nvSpPr>
        <p:spPr>
          <a:xfrm>
            <a:off x="203055" y="1579887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463155A-459C-8096-04FB-B56A68D01616}"/>
              </a:ext>
            </a:extLst>
          </p:cNvPr>
          <p:cNvCxnSpPr>
            <a:cxnSpLocks/>
          </p:cNvCxnSpPr>
          <p:nvPr/>
        </p:nvCxnSpPr>
        <p:spPr>
          <a:xfrm>
            <a:off x="1282474" y="1921827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45713F-23A4-6530-CCB5-E31F245BD24E}"/>
              </a:ext>
            </a:extLst>
          </p:cNvPr>
          <p:cNvSpPr txBox="1"/>
          <p:nvPr/>
        </p:nvSpPr>
        <p:spPr>
          <a:xfrm>
            <a:off x="221862" y="1757589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186CDD7-4294-44B4-912A-3D60447ED4FB}"/>
              </a:ext>
            </a:extLst>
          </p:cNvPr>
          <p:cNvCxnSpPr>
            <a:cxnSpLocks/>
          </p:cNvCxnSpPr>
          <p:nvPr/>
        </p:nvCxnSpPr>
        <p:spPr>
          <a:xfrm>
            <a:off x="1273242" y="2548314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83282F-7FBF-B3F3-00B4-9794B1839DAC}"/>
              </a:ext>
            </a:extLst>
          </p:cNvPr>
          <p:cNvSpPr txBox="1"/>
          <p:nvPr/>
        </p:nvSpPr>
        <p:spPr>
          <a:xfrm>
            <a:off x="212631" y="2384076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0F91852-883A-FAB3-6542-CDF4A885C4A7}"/>
              </a:ext>
            </a:extLst>
          </p:cNvPr>
          <p:cNvCxnSpPr>
            <a:cxnSpLocks/>
          </p:cNvCxnSpPr>
          <p:nvPr/>
        </p:nvCxnSpPr>
        <p:spPr>
          <a:xfrm>
            <a:off x="1273357" y="3240249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06A836-73D8-72A0-F12A-3BBA55D77562}"/>
              </a:ext>
            </a:extLst>
          </p:cNvPr>
          <p:cNvSpPr txBox="1"/>
          <p:nvPr/>
        </p:nvSpPr>
        <p:spPr>
          <a:xfrm>
            <a:off x="212745" y="3076011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239A7529-BD8D-32FF-FB0A-665F10135459}"/>
              </a:ext>
            </a:extLst>
          </p:cNvPr>
          <p:cNvCxnSpPr>
            <a:cxnSpLocks/>
          </p:cNvCxnSpPr>
          <p:nvPr/>
        </p:nvCxnSpPr>
        <p:spPr>
          <a:xfrm>
            <a:off x="1282818" y="3717139"/>
            <a:ext cx="368842" cy="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37E3886-1FBE-97B4-FDF8-ADDEDF9B9BA5}"/>
              </a:ext>
            </a:extLst>
          </p:cNvPr>
          <p:cNvSpPr txBox="1"/>
          <p:nvPr/>
        </p:nvSpPr>
        <p:spPr>
          <a:xfrm>
            <a:off x="222206" y="3552901"/>
            <a:ext cx="10695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0232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4691-3699-56FA-AF16-EA88CEA6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35F0C9C-6AC0-5B3E-39A7-B0045CAFE8BF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E6BF70-CE08-908D-DE9D-6794EAFB6B9B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PMMG – Entrega posterior a 30/06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22EA7A-9F77-E508-2F41-F395624D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56" y="804778"/>
            <a:ext cx="7139709" cy="4212962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DF477B06-9F25-F555-135A-781B7FC2F617}"/>
              </a:ext>
            </a:extLst>
          </p:cNvPr>
          <p:cNvCxnSpPr>
            <a:cxnSpLocks/>
          </p:cNvCxnSpPr>
          <p:nvPr/>
        </p:nvCxnSpPr>
        <p:spPr>
          <a:xfrm>
            <a:off x="1155887" y="2165563"/>
            <a:ext cx="202232" cy="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92EAFF-2B3F-C2C0-C216-2517FCB3D9E8}"/>
              </a:ext>
            </a:extLst>
          </p:cNvPr>
          <p:cNvSpPr txBox="1"/>
          <p:nvPr/>
        </p:nvSpPr>
        <p:spPr>
          <a:xfrm>
            <a:off x="193280" y="1991514"/>
            <a:ext cx="96172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D7BEDF2-1321-FFE2-A164-9DDC50886766}"/>
              </a:ext>
            </a:extLst>
          </p:cNvPr>
          <p:cNvCxnSpPr>
            <a:cxnSpLocks/>
          </p:cNvCxnSpPr>
          <p:nvPr/>
        </p:nvCxnSpPr>
        <p:spPr>
          <a:xfrm>
            <a:off x="1175794" y="2685028"/>
            <a:ext cx="202232" cy="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1D0CF-1397-5178-05F6-3607B2A2FA28}"/>
              </a:ext>
            </a:extLst>
          </p:cNvPr>
          <p:cNvSpPr txBox="1"/>
          <p:nvPr/>
        </p:nvSpPr>
        <p:spPr>
          <a:xfrm>
            <a:off x="212981" y="2510979"/>
            <a:ext cx="96172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15894EA-2AF3-E124-0FF8-33B7EFF9C858}"/>
              </a:ext>
            </a:extLst>
          </p:cNvPr>
          <p:cNvCxnSpPr>
            <a:cxnSpLocks/>
          </p:cNvCxnSpPr>
          <p:nvPr/>
        </p:nvCxnSpPr>
        <p:spPr>
          <a:xfrm>
            <a:off x="1146462" y="2930076"/>
            <a:ext cx="202232" cy="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56DB3F-D1F5-EAAD-A56D-A2022AC46363}"/>
              </a:ext>
            </a:extLst>
          </p:cNvPr>
          <p:cNvSpPr txBox="1"/>
          <p:nvPr/>
        </p:nvSpPr>
        <p:spPr>
          <a:xfrm>
            <a:off x="183648" y="2756027"/>
            <a:ext cx="96172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D8F02E5-D1D7-AEAA-D7A5-F09226B39372}"/>
              </a:ext>
            </a:extLst>
          </p:cNvPr>
          <p:cNvCxnSpPr>
            <a:cxnSpLocks/>
          </p:cNvCxnSpPr>
          <p:nvPr/>
        </p:nvCxnSpPr>
        <p:spPr>
          <a:xfrm>
            <a:off x="1156324" y="3165323"/>
            <a:ext cx="202232" cy="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A4201C-296A-1C6B-D578-060487384693}"/>
              </a:ext>
            </a:extLst>
          </p:cNvPr>
          <p:cNvSpPr txBox="1"/>
          <p:nvPr/>
        </p:nvSpPr>
        <p:spPr>
          <a:xfrm>
            <a:off x="193510" y="2991274"/>
            <a:ext cx="96172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91555AD2-0B7F-E804-9677-BDBE0F711411}"/>
              </a:ext>
            </a:extLst>
          </p:cNvPr>
          <p:cNvCxnSpPr>
            <a:cxnSpLocks/>
          </p:cNvCxnSpPr>
          <p:nvPr/>
        </p:nvCxnSpPr>
        <p:spPr>
          <a:xfrm>
            <a:off x="1156013" y="3645586"/>
            <a:ext cx="202232" cy="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1D95C03-0CB2-D5B0-8405-F498EF390A94}"/>
              </a:ext>
            </a:extLst>
          </p:cNvPr>
          <p:cNvSpPr txBox="1"/>
          <p:nvPr/>
        </p:nvSpPr>
        <p:spPr>
          <a:xfrm>
            <a:off x="193406" y="3471537"/>
            <a:ext cx="96172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t-BR" sz="1200">
                <a:solidFill>
                  <a:srgbClr val="FF0000"/>
                </a:solidFill>
                <a:ea typeface="Calibri"/>
                <a:cs typeface="Calibri"/>
              </a:rPr>
              <a:t>Prioridade</a:t>
            </a:r>
            <a:r>
              <a:rPr lang="pt-BR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pt-BR" sz="1200" dirty="0">
                <a:solidFill>
                  <a:srgbClr val="FF0000"/>
                </a:solidFill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4695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D340-9FF8-16BC-2868-8EDACAA9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97DF137D-EA6F-48FD-5CA6-C2385619E052}"/>
              </a:ext>
            </a:extLst>
          </p:cNvPr>
          <p:cNvSpPr/>
          <p:nvPr/>
        </p:nvSpPr>
        <p:spPr>
          <a:xfrm>
            <a:off x="0" y="1777380"/>
            <a:ext cx="7116301" cy="13218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C127F9-2417-A80F-BDF2-6A633A0BDDD2}"/>
              </a:ext>
            </a:extLst>
          </p:cNvPr>
          <p:cNvSpPr txBox="1"/>
          <p:nvPr/>
        </p:nvSpPr>
        <p:spPr>
          <a:xfrm>
            <a:off x="90571" y="2036654"/>
            <a:ext cx="7025729" cy="984853"/>
          </a:xfrm>
          <a:prstGeom prst="rect">
            <a:avLst/>
          </a:prstGeom>
          <a:noFill/>
        </p:spPr>
        <p:txBody>
          <a:bodyPr wrap="square" lIns="91411" tIns="45704" rIns="91411" bIns="45704" rtlCol="0" anchor="t">
            <a:spAutoFit/>
          </a:bodyPr>
          <a:lstStyle/>
          <a:p>
            <a:r>
              <a:rPr lang="pt-BR" sz="3200" b="1" dirty="0" err="1">
                <a:solidFill>
                  <a:schemeClr val="bg1"/>
                </a:solidFill>
                <a:latin typeface="Arial"/>
                <a:cs typeface="Arial"/>
              </a:rPr>
              <a:t>Propag</a:t>
            </a:r>
            <a:r>
              <a:rPr lang="pt-BR" sz="3200" b="1" dirty="0">
                <a:solidFill>
                  <a:schemeClr val="bg1"/>
                </a:solidFill>
                <a:latin typeface="Arial"/>
                <a:cs typeface="Arial"/>
              </a:rPr>
              <a:t> – Investimentos</a:t>
            </a:r>
          </a:p>
          <a:p>
            <a:endParaRPr lang="pt-BR" sz="10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pt-BR" sz="1600" b="1">
                <a:solidFill>
                  <a:schemeClr val="bg1"/>
                </a:solidFill>
                <a:latin typeface="Arial"/>
                <a:cs typeface="Arial"/>
              </a:rPr>
              <a:t>Demanda extra - PCMG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750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5EE4-A15D-037C-0F18-38C0B1C9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8287BFA-FADB-8CAB-E74E-98918BD086F7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06DA21-559E-C2D3-C5D1-AC9BEA5EA4CA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PCMG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90E663-4ED7-EAE6-403B-D9762F765D0F}"/>
              </a:ext>
            </a:extLst>
          </p:cNvPr>
          <p:cNvSpPr txBox="1"/>
          <p:nvPr/>
        </p:nvSpPr>
        <p:spPr>
          <a:xfrm>
            <a:off x="215517" y="788245"/>
            <a:ext cx="8660856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dirty="0">
                <a:ea typeface="+mn-lt"/>
                <a:cs typeface="+mn-lt"/>
              </a:rPr>
              <a:t>PCMG apresentou diversas intervenções totalizando </a:t>
            </a:r>
            <a:r>
              <a:rPr lang="pt-BR" sz="1500" b="1">
                <a:ea typeface="+mn-lt"/>
                <a:cs typeface="+mn-lt"/>
              </a:rPr>
              <a:t>R$40,2 milhões</a:t>
            </a:r>
            <a:r>
              <a:rPr lang="pt-BR" sz="1500" dirty="0">
                <a:ea typeface="+mn-lt"/>
                <a:cs typeface="+mn-lt"/>
              </a:rPr>
              <a:t> para serem executadas com recursos do Propag.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b="1">
                <a:ea typeface="+mn-lt"/>
                <a:cs typeface="+mn-lt"/>
              </a:rPr>
              <a:t>Entregas até 30/06: </a:t>
            </a:r>
            <a:r>
              <a:rPr lang="pt-BR" sz="1500">
                <a:ea typeface="+mn-lt"/>
                <a:cs typeface="+mn-lt"/>
              </a:rPr>
              <a:t>Somente uma parcela das ações pode ser entregue até 30/06 (período eleitoral).</a:t>
            </a:r>
            <a:br>
              <a:rPr lang="pt-BR" sz="1500" dirty="0">
                <a:ea typeface="+mn-lt"/>
                <a:cs typeface="+mn-lt"/>
              </a:rPr>
            </a:br>
            <a:r>
              <a:rPr lang="pt-BR" sz="1500">
                <a:ea typeface="+mn-lt"/>
                <a:cs typeface="+mn-lt"/>
              </a:rPr>
              <a:t>Para garantir a entrega até a data, </a:t>
            </a:r>
            <a:r>
              <a:rPr lang="pt-BR" sz="1500" b="1" u="sng">
                <a:ea typeface="+mn-lt"/>
                <a:cs typeface="+mn-lt"/>
              </a:rPr>
              <a:t>é preciso que o recurso seja liberado até 02/03/2026.</a:t>
            </a:r>
            <a:endParaRPr lang="pt-BR">
              <a:ea typeface="Calibri"/>
              <a:cs typeface="Calibri"/>
            </a:endParaRPr>
          </a:p>
          <a:p>
            <a:pPr marL="1199515" lvl="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500">
                <a:ea typeface="+mn-lt"/>
                <a:cs typeface="+mn-lt"/>
              </a:rPr>
              <a:t>As entregas no interior, devida a logística da distribuição, é possível divulgar a lista dos contemplados até 30/06.</a:t>
            </a:r>
            <a:endParaRPr lang="pt-BR"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pt-BR" sz="15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pt-BR" sz="1500" dirty="0">
              <a:ea typeface="+mn-lt"/>
              <a:cs typeface="+mn-lt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pt-BR" sz="1500" dirty="0">
              <a:ea typeface="+mn-lt"/>
              <a:cs typeface="+mn-lt"/>
            </a:endParaRP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951F7619-9AD2-1534-6052-C9F47E01C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52044"/>
              </p:ext>
            </p:extLst>
          </p:nvPr>
        </p:nvGraphicFramePr>
        <p:xfrm>
          <a:off x="542302" y="2741064"/>
          <a:ext cx="8390558" cy="21995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55202">
                  <a:extLst>
                    <a:ext uri="{9D8B030D-6E8A-4147-A177-3AD203B41FA5}">
                      <a16:colId xmlns:a16="http://schemas.microsoft.com/office/drawing/2014/main" val="66684836"/>
                    </a:ext>
                  </a:extLst>
                </a:gridCol>
                <a:gridCol w="1135356">
                  <a:extLst>
                    <a:ext uri="{9D8B030D-6E8A-4147-A177-3AD203B41FA5}">
                      <a16:colId xmlns:a16="http://schemas.microsoft.com/office/drawing/2014/main" val="3607338182"/>
                    </a:ext>
                  </a:extLst>
                </a:gridCol>
              </a:tblGrid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Demandas com entregas anterior à 30/06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50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0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  32.755.504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C0E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E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674934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Fortalecimento da atividade de perícia criminal e medicina legal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0CD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     5.461.963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0C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176725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Fortalecimento da atividade investigativa e inteligência policial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0D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         800.541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0C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76642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Fortalecimento da polícia judiciária e melhoria da saúde e qualidade de vida dos servidores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0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04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   26.493.000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0B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18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92183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Demandas com entregas após  30/06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504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04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    7.500.000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C018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8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288531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Fortalecimento da Unidade Operacional (Armamento)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0BA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BA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>
                          <a:effectLst/>
                          <a:latin typeface="Calibri" panose="020F0502020204030204" pitchFamily="34" charset="0"/>
                        </a:rPr>
                        <a:t>     7.500.000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0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0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47691"/>
                  </a:ext>
                </a:extLst>
              </a:tr>
              <a:tr h="31421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0BD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BA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  40.255.504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0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784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6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C5B3-CFED-3B16-06D9-1D1C4E7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C2A3DEC-6AF4-3319-54F1-9383D0AC049B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A69E9C-8529-CD9D-C5F1-C1168A3557D8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PCMG - Resumo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6983F84-1649-2B16-F979-E25A8F96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18949"/>
              </p:ext>
            </p:extLst>
          </p:nvPr>
        </p:nvGraphicFramePr>
        <p:xfrm>
          <a:off x="208268" y="694531"/>
          <a:ext cx="8760203" cy="48303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6841">
                  <a:extLst>
                    <a:ext uri="{9D8B030D-6E8A-4147-A177-3AD203B41FA5}">
                      <a16:colId xmlns:a16="http://schemas.microsoft.com/office/drawing/2014/main" val="1540937048"/>
                    </a:ext>
                  </a:extLst>
                </a:gridCol>
                <a:gridCol w="2746103">
                  <a:extLst>
                    <a:ext uri="{9D8B030D-6E8A-4147-A177-3AD203B41FA5}">
                      <a16:colId xmlns:a16="http://schemas.microsoft.com/office/drawing/2014/main" val="699200110"/>
                    </a:ext>
                  </a:extLst>
                </a:gridCol>
                <a:gridCol w="2894886">
                  <a:extLst>
                    <a:ext uri="{9D8B030D-6E8A-4147-A177-3AD203B41FA5}">
                      <a16:colId xmlns:a16="http://schemas.microsoft.com/office/drawing/2014/main" val="721925782"/>
                    </a:ext>
                  </a:extLst>
                </a:gridCol>
                <a:gridCol w="2542373">
                  <a:extLst>
                    <a:ext uri="{9D8B030D-6E8A-4147-A177-3AD203B41FA5}">
                      <a16:colId xmlns:a16="http://schemas.microsoft.com/office/drawing/2014/main" val="1446774168"/>
                    </a:ext>
                  </a:extLst>
                </a:gridCol>
              </a:tblGrid>
              <a:tr h="1746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Prioridade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06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6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Projeto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8B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Resumo Entregas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8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Valor Previsto 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55891"/>
                  </a:ext>
                </a:extLst>
              </a:tr>
              <a:tr h="174643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Demandas com entregas após 30/06 (compra internacional – emissão carta de crédito até 30/06 e entrega em 2027)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0AC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                       7.500.000,00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9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15156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Aquisição de Pistolas calibre 9mm para guarnecer o efetivo da PCMG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3.500 pistolas </a:t>
                      </a:r>
                      <a:endParaRPr lang="pt-BR" sz="1000" err="1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R$ 7.500.000.00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075166"/>
                  </a:ext>
                </a:extLst>
              </a:tr>
              <a:tr h="184916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Demandas </a:t>
                      </a: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com entregas anteriores</a:t>
                      </a: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à 30/06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209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                     32.755.503,83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A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251221"/>
                  </a:ext>
                </a:extLst>
              </a:tr>
              <a:tr h="18491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Fortalecimento Tecnológico da PCMG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2.000 </a:t>
                      </a:r>
                      <a:r>
                        <a:rPr lang="pt-BR" sz="1000">
                          <a:effectLst/>
                          <a:latin typeface="Calibri"/>
                        </a:rPr>
                        <a:t>Microcomputadores e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500 notebooks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                           10.023.000,00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64407"/>
                  </a:ext>
                </a:extLst>
              </a:tr>
              <a:tr h="50338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Renovação do mobiliário das unidades policiais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200 Kit Mobiliários (cadeiras, estações de trabalho, gaveteiro, armários, </a:t>
                      </a:r>
                      <a:r>
                        <a:rPr lang="pt-BR" sz="1000">
                          <a:effectLst/>
                          <a:latin typeface="Calibri"/>
                        </a:rPr>
                        <a:t>fragmentadora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, ventiladores, bebedouros), 300 longarinas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Variável,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R$ 12.360.000,00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22706"/>
                  </a:ext>
                </a:extLst>
              </a:tr>
              <a:tr h="6574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Projeto de Melhoria das Condições de Trabalho nas Unidades da PCMG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eletrodomésticos (Fogão, liquidificador, sanduicheira,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microondas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, geladeira, fritadeira, cafeteira), mobiliários (mesa, cadeiras), ar-condicionado portátil, climatizadores e 300 longarinas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Variável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R$ 4.110.000,00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13353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Fortalecimento da Superintendência de Informações e Inteligência Policial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15 scanner; 15 SSD; 01 notebook 13 </a:t>
                      </a:r>
                      <a:r>
                        <a:rPr lang="pt-BR" sz="1000">
                          <a:effectLst/>
                          <a:latin typeface="Calibri"/>
                        </a:rPr>
                        <a:t>geração; 01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maleta de varredura eletrônica de ambientes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                                800.541,00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294216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Aquisição de Comparador Balístico para a Seção de Balística (ICMG)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01 Comparador Balístico Manual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                                502.978,63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731651"/>
                  </a:ext>
                </a:extLst>
              </a:tr>
              <a:tr h="46229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Fortalecimento da Cadeia de Custódia (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URCs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/Perícia Oficial) – equipamentos e mobiliário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Equipamentos (freezers,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URC's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, Cofres, fechaduras), mobiliários, Rabecão, Workstations, monitores, Tablets, scanners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                             4.311.396,00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997853"/>
                  </a:ext>
                </a:extLst>
              </a:tr>
              <a:tr h="52392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Valorização dos Servidores - Estruturação de espaço de apoio e bem-estar (copa/refeitório)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40 kits de Equipamentos e mobiliários copa/</a:t>
                      </a:r>
                      <a:r>
                        <a:rPr lang="pt-BR" sz="1000">
                          <a:effectLst/>
                          <a:latin typeface="Calibri"/>
                        </a:rPr>
                        <a:t>refeitório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(forno, fogão, cafeteira, sanduicheira, bebedouro, mesa, cadeiras)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 Variável,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(R$ 7.763,93 por unidade/kit - 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previsão 40 kits)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60712"/>
                  </a:ext>
                </a:extLst>
              </a:tr>
              <a:tr h="7704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Modernização tecnológica das Unidades de Inteligência (Workstations + monitores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ultrawide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)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Workstations + monitores profissionais ultrawide  (estações de trabalho)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 Variável (conforme quantidade)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5 conjuntos = R$ 84.257,75; 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10 conjuntos = R$ 168.515,50; 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20 </a:t>
                      </a:r>
                      <a:r>
                        <a:rPr lang="pt-BR" sz="1000">
                          <a:effectLst/>
                          <a:latin typeface="Calibri"/>
                        </a:rPr>
                        <a:t>conjuntos =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R$ 337.031,00. </a:t>
                      </a:r>
                    </a:p>
                  </a:txBody>
                  <a:tcPr marL="9525" marR="9525" marT="9525" marB="0">
                    <a:lnL>
                      <a:solidFill>
                        <a:srgbClr val="000000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594320"/>
                  </a:ext>
                </a:extLst>
              </a:tr>
              <a:tr h="154097"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                     40.255.503,83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8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50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28F6-E8F9-FF6A-8B15-AB4F1367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BBDD20-A684-2979-649A-F04E11880D0A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BB9069-BCE4-2752-E9E0-F8BB70A35E06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PCMG - detalhamento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06C3646-289D-75E4-242A-E97F06D7C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190296"/>
              </p:ext>
            </p:extLst>
          </p:nvPr>
        </p:nvGraphicFramePr>
        <p:xfrm>
          <a:off x="218186" y="744140"/>
          <a:ext cx="8683979" cy="47428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0582">
                  <a:extLst>
                    <a:ext uri="{9D8B030D-6E8A-4147-A177-3AD203B41FA5}">
                      <a16:colId xmlns:a16="http://schemas.microsoft.com/office/drawing/2014/main" val="1281685268"/>
                    </a:ext>
                  </a:extLst>
                </a:gridCol>
                <a:gridCol w="2083037">
                  <a:extLst>
                    <a:ext uri="{9D8B030D-6E8A-4147-A177-3AD203B41FA5}">
                      <a16:colId xmlns:a16="http://schemas.microsoft.com/office/drawing/2014/main" val="2170547386"/>
                    </a:ext>
                  </a:extLst>
                </a:gridCol>
                <a:gridCol w="3995158">
                  <a:extLst>
                    <a:ext uri="{9D8B030D-6E8A-4147-A177-3AD203B41FA5}">
                      <a16:colId xmlns:a16="http://schemas.microsoft.com/office/drawing/2014/main" val="1052298207"/>
                    </a:ext>
                  </a:extLst>
                </a:gridCol>
                <a:gridCol w="1955202">
                  <a:extLst>
                    <a:ext uri="{9D8B030D-6E8A-4147-A177-3AD203B41FA5}">
                      <a16:colId xmlns:a16="http://schemas.microsoft.com/office/drawing/2014/main" val="754178574"/>
                    </a:ext>
                  </a:extLst>
                </a:gridCol>
              </a:tblGrid>
              <a:tr h="1853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Prioridade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06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069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Projeto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05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Entregas </a:t>
                      </a:r>
                      <a:r>
                        <a:rPr lang="pt-BR" sz="1000" b="1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Prevsitas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06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Valor Previsto 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05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5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75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60995"/>
                  </a:ext>
                </a:extLst>
              </a:tr>
              <a:tr h="327090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Demandas com entregas após  30/06 (compra internacional – emissão carta de crédito até 30?06 e entrega em 2027)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101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02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               7.500.000,00 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5075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75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3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464306"/>
                  </a:ext>
                </a:extLst>
              </a:tr>
              <a:tr h="46882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1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02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Aquisição de Pistolas calibre 9mm para guarnecer o efetivo da PCMG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2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• 3.500 Pistolas (custo estimado R$ 7.500.000,00)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É possível Concluir as aquisições este ano, mas como se trata de aquisição internacional, as pistolas somente deverão ser entreguem em 2027.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2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R$ 7.500.000.00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03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392295"/>
                  </a:ext>
                </a:extLst>
              </a:tr>
              <a:tr h="174448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Demandas com entregas anteriores à 30/06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01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             32.755.503,83 </a:t>
                      </a:r>
                      <a:endParaRPr lang="pt-BR" sz="1000" b="1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10B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078542"/>
                  </a:ext>
                </a:extLst>
              </a:tr>
              <a:tr h="18426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2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Fortalecimento Tecnológico da PCMG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• 2.000 Microcomputador modelo Intermediário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Equipamento completo composto por gabinete,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monitor, teclado e mouse, com configuração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mínima de HD SSD de 256 GB, 16 GB de memória,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Windows 11 Pro, Monitor de 23 polegadas.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Vlr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unitário = R$ 3.937,00 - Total R$ 7.874.000,00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500 Notebook Notebooks com configuração mínima de HD SSD de 256 GB, 16 GB de memória, Windows 11 Pro.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Vlr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Unitário R$ 4.298,00 - Total R$ 2.149.000,00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 Necessário avaliar </a:t>
                      </a:r>
                      <a:r>
                        <a:rPr lang="pt-BR" sz="1000" b="1" dirty="0" err="1">
                          <a:effectLst/>
                          <a:latin typeface="Calibri"/>
                        </a:rPr>
                        <a:t>patrimoniamento</a:t>
                      </a:r>
                      <a:r>
                        <a:rPr lang="pt-BR" sz="1000" b="1" dirty="0">
                          <a:effectLst/>
                          <a:latin typeface="Calibri"/>
                        </a:rPr>
                        <a:t> e distribuição nas unidades.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                   10.023.000,00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684108"/>
                  </a:ext>
                </a:extLst>
              </a:tr>
              <a:tr h="174448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3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Renovação do mobiliário das unidades policiais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•  200 Kit Mobiliário, necessários ao desempenho dos trabalhos realizados nas delegacias, proporcionando adequado atendimento ao público e melhores condições de trabalho composto por: 5 cadeiras para escritório; 5 estações de trabalho; 5 gaveteiros volante; 10 cadeiras fixas; 2 armários para escritório tipo alto; 3 armários para escritório tipo baixo; 1 fragmentadora; 2 ventiladores; 2 bebedouros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Valor Unitário: R$ 60.000,00 - total 12.000.000,00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• 300 longarinas para sala de espera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Valor unitário R$ 1.200,00 - valor total R$ 360.000,00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>
                          <a:effectLst/>
                          <a:latin typeface="Calibri"/>
                        </a:rPr>
                        <a:t>Condição: autorização orçamentária até 02/03/2026 para recebimento antes de 30/06/2026.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Variável,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R$ 12.360.000,00 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3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442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A4D28-A738-3F88-1851-C5188281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6464B65-D6C2-0974-6A48-6BB977E9E644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DBF1D1-C6BC-100E-4BDC-4550993ABEA3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>
                <a:solidFill>
                  <a:srgbClr val="C00000"/>
                </a:solidFill>
                <a:latin typeface="Arial"/>
                <a:cs typeface="Arial"/>
              </a:rPr>
              <a:t> (Investimentos) – Demanda extra PCMG – detalhamento </a:t>
            </a:r>
            <a:endParaRPr lang="pt-BR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1B575BC-0BE9-51C9-0CC0-3F4AFFE13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477766"/>
              </p:ext>
            </p:extLst>
          </p:nvPr>
        </p:nvGraphicFramePr>
        <p:xfrm>
          <a:off x="247939" y="833437"/>
          <a:ext cx="8641092" cy="38465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2504">
                  <a:extLst>
                    <a:ext uri="{9D8B030D-6E8A-4147-A177-3AD203B41FA5}">
                      <a16:colId xmlns:a16="http://schemas.microsoft.com/office/drawing/2014/main" val="348005278"/>
                    </a:ext>
                  </a:extLst>
                </a:gridCol>
                <a:gridCol w="1406412">
                  <a:extLst>
                    <a:ext uri="{9D8B030D-6E8A-4147-A177-3AD203B41FA5}">
                      <a16:colId xmlns:a16="http://schemas.microsoft.com/office/drawing/2014/main" val="31716361"/>
                    </a:ext>
                  </a:extLst>
                </a:gridCol>
                <a:gridCol w="5544084">
                  <a:extLst>
                    <a:ext uri="{9D8B030D-6E8A-4147-A177-3AD203B41FA5}">
                      <a16:colId xmlns:a16="http://schemas.microsoft.com/office/drawing/2014/main" val="2937298454"/>
                    </a:ext>
                  </a:extLst>
                </a:gridCol>
                <a:gridCol w="1178092">
                  <a:extLst>
                    <a:ext uri="{9D8B030D-6E8A-4147-A177-3AD203B41FA5}">
                      <a16:colId xmlns:a16="http://schemas.microsoft.com/office/drawing/2014/main" val="3275020530"/>
                    </a:ext>
                  </a:extLst>
                </a:gridCol>
              </a:tblGrid>
              <a:tr h="192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Prioridade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20D1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0D1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E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Entregas </a:t>
                      </a:r>
                      <a:r>
                        <a:rPr lang="pt-BR" sz="1000" b="1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Prevsitas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0E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Valor Previsto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0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F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78285"/>
                  </a:ext>
                </a:extLst>
              </a:tr>
              <a:tr h="182036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Demandas com entregas anteriores à 30/06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07B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     32.755.503,83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0F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FA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400193"/>
                  </a:ext>
                </a:extLst>
              </a:tr>
              <a:tr h="206167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Projeto de Melhoria das Condições de Trabalho nas Unidades da PCMG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• 50 Kits de valorização do servidor, composto por eletrodomésticos e equipamentos a fim 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oferecer praticidade e comodidade aos policiais e demais servidores das unidades, contribuindo para o bem-estar e bom desempenho das atividades. O kit contempla uma Delegacia de Polícia Civil e contém: 1 fogão; 1 liquidificador; 1 sanduicheira; 1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microondas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; 1 geladeira; 1 fritadeira elétrica; 1 cafeteira elétrica; 3 aparelhos de ar-condicionado portáteis; 3 climatizadores; 1 mesa redonda; 4 cadeiras. Valor Unitário: R$ 25.000,00 / 50 Kits = R$ 1.250.000,00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50 Climatização, composto por 4 aparelhos de ar-condicionado portáteis e 2 climatizadores, para melhoria do conforto térmico dos policiais e demais servidores durante a jornadas de trabalho, contribuindo para um ambiente mais saudável e confortável. Valor unitário R$ 50.000,00 / Valor total R$ 2.500.000,00. 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300 Longarinas para sala de espera - composição: 03 lugares. Valor unitário R$ 1.200,00 / Valor total R$ 360.000,00. </a:t>
                      </a:r>
                      <a:br>
                        <a:rPr lang="pt-BR" sz="1000" b="1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Variável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R$ 4.110.000,00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12789"/>
                  </a:ext>
                </a:extLst>
              </a:tr>
              <a:tr h="141005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Fortalecimento da Superintendência de Informações e Inteligência Policial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• 15 Scanner -tipo: de mesa, área de digitalização: 210mm x 420mm; resolução: mínima de 600  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dpi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; interface: usb 3.0, usb host, RJ-45,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wifi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integrado; acessórios: sem acessórios - R$ 58.441,50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15 SSD 2TB - R$ 12.150,00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Notebook 13 geração - R$ 29.950,00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  01 Maleta de varredura eletrônica de ambientes; características 1: analisador de espectro portátil faixa até 12 GHZ; características 2: detector de junção não linear; características 3: detector de banda larga de campo próximo; características 4: multímetro com imagem térmica - R$ 700.000,00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R$ 800.541,00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950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01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E52DD-6A37-8C0B-C56C-A3322D60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F2BF086-83B4-1E8E-7D9D-CAC6D7CBA075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79E1D6-DA14-3151-A508-01ECE9BB3C0D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>
                <a:solidFill>
                  <a:srgbClr val="C00000"/>
                </a:solidFill>
                <a:latin typeface="Arial"/>
                <a:cs typeface="Arial"/>
              </a:rPr>
              <a:t> (Investimentos) – Demanda extra PCMG – detalhamento </a:t>
            </a:r>
            <a:endParaRPr lang="pt-BR" sz="1600" b="1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5F1EF81-A431-CF6E-BE75-D732DE56D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472876"/>
              </p:ext>
            </p:extLst>
          </p:nvPr>
        </p:nvGraphicFramePr>
        <p:xfrm>
          <a:off x="247154" y="626269"/>
          <a:ext cx="8657003" cy="4654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6099">
                  <a:extLst>
                    <a:ext uri="{9D8B030D-6E8A-4147-A177-3AD203B41FA5}">
                      <a16:colId xmlns:a16="http://schemas.microsoft.com/office/drawing/2014/main" val="847473250"/>
                    </a:ext>
                  </a:extLst>
                </a:gridCol>
                <a:gridCol w="1498598">
                  <a:extLst>
                    <a:ext uri="{9D8B030D-6E8A-4147-A177-3AD203B41FA5}">
                      <a16:colId xmlns:a16="http://schemas.microsoft.com/office/drawing/2014/main" val="1820559463"/>
                    </a:ext>
                  </a:extLst>
                </a:gridCol>
                <a:gridCol w="5565447">
                  <a:extLst>
                    <a:ext uri="{9D8B030D-6E8A-4147-A177-3AD203B41FA5}">
                      <a16:colId xmlns:a16="http://schemas.microsoft.com/office/drawing/2014/main" val="1815402399"/>
                    </a:ext>
                  </a:extLst>
                </a:gridCol>
                <a:gridCol w="1046859">
                  <a:extLst>
                    <a:ext uri="{9D8B030D-6E8A-4147-A177-3AD203B41FA5}">
                      <a16:colId xmlns:a16="http://schemas.microsoft.com/office/drawing/2014/main" val="1796700869"/>
                    </a:ext>
                  </a:extLst>
                </a:gridCol>
              </a:tblGrid>
              <a:tr h="1771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Prioridade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608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608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C6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Entregas Prevsitas</a:t>
                      </a:r>
                      <a:endParaRPr lang="pt-BR"/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B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Valor Previsto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C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B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19815"/>
                  </a:ext>
                </a:extLst>
              </a:tr>
              <a:tr h="160233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Demandas com entregas anteriores à 30/06</a:t>
                      </a:r>
                      <a:endParaRPr lang="pt-B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20C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32.755.503,83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0B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B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204669"/>
                  </a:ext>
                </a:extLst>
              </a:tr>
              <a:tr h="145278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Aquisição de Comparador Balístico para a Seção de Balística (ICMG)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Aquisição de 01 Comparador Balístico Manual Leica FS M (Leica Microsystems), via Ata SENASP (Pregão Eletrônico Internacional nº 90006/2025 – UASG 200331), incluindo: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Equipamento com ponte de comparação, objetivas, iluminação e platinas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Câmera digital Leica Flexacam C5 (12MP, 4K/60fps)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Monitor 27" e software Leica Enersight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Instalação e treinamento (mínimo 6 servidores)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Garantia 24 meses e manutenção preventiva anual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 Necessário avaliar patrimoniamento e distribuição nas unidades.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R$ 502.978,63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42874"/>
                  </a:ext>
                </a:extLst>
              </a:tr>
              <a:tr h="28628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Fortalecimento da Cadeia de Custódia (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URCs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/Perícia Oficial) – equipamentos e mobiliário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Estruturação e modernização de Unidades de Custódia e unidades periciais com aquisição e distribuição de: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 Freezers científicos (ICMG e IML) – R$ 100.224,00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60 Equip. limpeza ultrassônica (URCs Interior) – R$ 145.679,40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Cofres para armamentos – R$ 214.500,00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40 Fechaduras digitais – R$ 21.479,60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 Rabecões (PMLs: Guanhães, Curvelo, Barbacena, Pirapora, Uberaba, Teófilo Otoni) – R$ 2.168.826,00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15 Workstations forenses – R$ 600.000,00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80 Tablets – R$ 176.000,00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80 Monitores curvos – R$ 176.000,00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Monitores de vídeo – R$ 30.615,00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Câmeras fotográficas – R$ 336.557,00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Scanners – R$ 119.340,00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Fragmentadoras – R$ 86.450,00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Cadeiras fixas – R$ 16.055,00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65 Armários roupeiros – R$ 59.930,00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40 Bebedouros industriais – R$ 59.740,00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 Necessário avaliar patrimoniamento e distribuição nas unidades.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 R$     4.311.396,00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307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120ED-7B6C-FB20-772B-890AB417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7C60D2C-20E5-66F8-2348-F30691033675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4969C7-8C52-D768-9BFC-24C96C151BC5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Propag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 (Investimentos) – Demanda extra PCMG – </a:t>
            </a:r>
            <a:r>
              <a:rPr lang="pt-BR" sz="1600" b="1" dirty="0" err="1">
                <a:solidFill>
                  <a:srgbClr val="C00000"/>
                </a:solidFill>
                <a:latin typeface="Arial"/>
                <a:cs typeface="Arial"/>
              </a:rPr>
              <a:t>detalhamen</a:t>
            </a:r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D01EC0D-B96C-852D-8377-5EC168CE7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680632"/>
              </p:ext>
            </p:extLst>
          </p:nvPr>
        </p:nvGraphicFramePr>
        <p:xfrm>
          <a:off x="247939" y="724296"/>
          <a:ext cx="8667732" cy="36120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821">
                  <a:extLst>
                    <a:ext uri="{9D8B030D-6E8A-4147-A177-3AD203B41FA5}">
                      <a16:colId xmlns:a16="http://schemas.microsoft.com/office/drawing/2014/main" val="2592585881"/>
                    </a:ext>
                  </a:extLst>
                </a:gridCol>
                <a:gridCol w="1426489">
                  <a:extLst>
                    <a:ext uri="{9D8B030D-6E8A-4147-A177-3AD203B41FA5}">
                      <a16:colId xmlns:a16="http://schemas.microsoft.com/office/drawing/2014/main" val="1930375189"/>
                    </a:ext>
                  </a:extLst>
                </a:gridCol>
                <a:gridCol w="5009971">
                  <a:extLst>
                    <a:ext uri="{9D8B030D-6E8A-4147-A177-3AD203B41FA5}">
                      <a16:colId xmlns:a16="http://schemas.microsoft.com/office/drawing/2014/main" val="1878273433"/>
                    </a:ext>
                  </a:extLst>
                </a:gridCol>
                <a:gridCol w="1711451">
                  <a:extLst>
                    <a:ext uri="{9D8B030D-6E8A-4147-A177-3AD203B41FA5}">
                      <a16:colId xmlns:a16="http://schemas.microsoft.com/office/drawing/2014/main" val="5429674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Prioridade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30E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0E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0C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Entregas </a:t>
                      </a:r>
                      <a:r>
                        <a:rPr lang="pt-BR" sz="1000" b="1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Prevsitas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C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Valor Previsto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0C8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C8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D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90384"/>
                  </a:ext>
                </a:extLst>
              </a:tr>
              <a:tr h="177800">
                <a:tc gridSpan="3"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Demandas com entregas anteriores à 30/06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0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R$  32.755.503,00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B0D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D3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565517"/>
                  </a:ext>
                </a:extLst>
              </a:tr>
              <a:tr h="19939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Valorização dos Servidores - Estruturação de espaço de apoio e bem-estar (copa/refeitório)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Aquisição de kit padronizado para estruturação de copa/refeitório em unidade policial ou pericial, contendo: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Forno elétrico 50–60L (CATMAS 1961110) – R$ 513,63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Fogão industrial 5 bocas com forno (CATMAS 1788620) – R$ 1.749,00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Cafeteira industrial 10L (CATMAS 1914529) – R$ 897,00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Sanduicheira inox (CATMAS 1964267) – R$ 128,90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Bebedouro industrial 25L (CATMAS 1942050) – R$ 1.493,40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Mesa refeitório 140x70 (CATMAS 1465236) – R$ 1.500,00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6 Cadeiras fixas – R$ 1.482,00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Valor por kit: R$ 7.763,93. (40 kits)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 Necessário avaliar </a:t>
                      </a:r>
                      <a:r>
                        <a:rPr lang="pt-BR" sz="1000" b="1" dirty="0" err="1">
                          <a:effectLst/>
                          <a:latin typeface="Calibri"/>
                        </a:rPr>
                        <a:t>patrimoniamento</a:t>
                      </a:r>
                      <a:r>
                        <a:rPr lang="pt-BR" sz="1000" b="1" dirty="0">
                          <a:effectLst/>
                          <a:latin typeface="Calibri"/>
                        </a:rPr>
                        <a:t> e distribuição nas unidades.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>
                          <a:effectLst/>
                          <a:latin typeface="Calibri"/>
                        </a:rPr>
                        <a:t> Variável, conforme a quantidade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(R$ 7.763,93 por unidade/kit) - previsão de 40 kits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43991"/>
                  </a:ext>
                </a:extLst>
              </a:tr>
              <a:tr h="12498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Modernização tecnológica das Unidades de Inteligência (Workstations + monitores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ultrawide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Aquisição e disponibilização de estações de trabalho para análise de inteligência, compostas por: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Workstation (CATMAS 1833294) – R$ 14.663,85/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un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• Monitor profissional 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ultrawide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34" (CATMAS 2006740) – R$ 2.187,70/</a:t>
                      </a:r>
                      <a:r>
                        <a:rPr lang="pt-BR" sz="1000" dirty="0" err="1">
                          <a:effectLst/>
                          <a:latin typeface="Calibri"/>
                        </a:rPr>
                        <a:t>un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Valor por estação completa: R$ 16.851,55.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endParaRPr lang="pt-BR" sz="1000" dirty="0">
                        <a:effectLst/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pt-BR" sz="1000" b="1" dirty="0">
                          <a:effectLst/>
                          <a:latin typeface="Calibri"/>
                        </a:rPr>
                        <a:t>Condição: autorização orçamentária até 02/03/2026 para recebimento antes de 30/06/2026. </a:t>
                      </a:r>
                      <a:br>
                        <a:rPr lang="pt-BR" sz="1000" b="1" dirty="0">
                          <a:effectLst/>
                          <a:latin typeface="Calibri"/>
                        </a:rPr>
                      </a:br>
                      <a:r>
                        <a:rPr lang="pt-BR" sz="1000" b="1" dirty="0">
                          <a:effectLst/>
                          <a:latin typeface="Calibri"/>
                        </a:rPr>
                        <a:t>Necessário avaliar </a:t>
                      </a:r>
                      <a:r>
                        <a:rPr lang="pt-BR" sz="1000" b="1" dirty="0" err="1">
                          <a:effectLst/>
                          <a:latin typeface="Calibri"/>
                        </a:rPr>
                        <a:t>patrimoniamento</a:t>
                      </a:r>
                      <a:r>
                        <a:rPr lang="pt-BR" sz="1000" b="1" dirty="0">
                          <a:effectLst/>
                          <a:latin typeface="Calibri"/>
                        </a:rPr>
                        <a:t> e distribuição nas unidades.</a:t>
                      </a:r>
                      <a:endParaRPr lang="pt-BR" sz="1000" dirty="0"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 Variável (conforme quantidade)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>
                          <a:effectLst/>
                          <a:latin typeface="Calibri"/>
                        </a:rPr>
                        <a:t>5 conjuntos = R$ 84.257,75; </a:t>
                      </a:r>
                      <a:endParaRPr lang="pt-BR"/>
                    </a:p>
                    <a:p>
                      <a:pPr lvl="0" algn="r">
                        <a:buNone/>
                      </a:pPr>
                      <a:r>
                        <a:rPr lang="pt-BR" sz="1000" dirty="0">
                          <a:effectLst/>
                          <a:latin typeface="Calibri"/>
                        </a:rPr>
                        <a:t>10 conjuntos = R$ 168.515,50; </a:t>
                      </a:r>
                      <a:br>
                        <a:rPr lang="pt-BR" sz="1000" dirty="0">
                          <a:effectLst/>
                          <a:latin typeface="Calibri"/>
                        </a:rPr>
                      </a:br>
                      <a:r>
                        <a:rPr lang="pt-BR" sz="1000" dirty="0">
                          <a:effectLst/>
                          <a:latin typeface="Calibri"/>
                        </a:rPr>
                        <a:t>20 </a:t>
                      </a:r>
                      <a:r>
                        <a:rPr lang="pt-BR" sz="1000">
                          <a:effectLst/>
                          <a:latin typeface="Calibri"/>
                        </a:rPr>
                        <a:t>conjuntos =</a:t>
                      </a:r>
                      <a:r>
                        <a:rPr lang="pt-BR" sz="1000" dirty="0">
                          <a:effectLst/>
                          <a:latin typeface="Calibri"/>
                        </a:rPr>
                        <a:t> R$ 337.031,00.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77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83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  <SharedWithUsers xmlns="b91e7f20-fe0a-487d-91a9-605ac1c64acf">
      <UserInfo>
        <DisplayName>Túlio de Souza Gonzaga (SEPLAG)</DisplayName>
        <AccountId>19</AccountId>
        <AccountType/>
      </UserInfo>
      <UserInfo>
        <DisplayName>Jussara Guiomar F. Vilaça de Pardo</DisplayName>
        <AccountId>88</AccountId>
        <AccountType/>
      </UserInfo>
      <UserInfo>
        <DisplayName>Thomás Pereira Sá de Carvalho</DisplayName>
        <AccountId>83</AccountId>
        <AccountType/>
      </UserInfo>
      <UserInfo>
        <DisplayName>Cecilia Haddad Medeiros (SEPLAG)</DisplayName>
        <AccountId>200</AccountId>
        <AccountType/>
      </UserInfo>
      <UserInfo>
        <DisplayName>Mariana Sousa Lopes (SEPLAG)</DisplayName>
        <AccountId>85</AccountId>
        <AccountType/>
      </UserInfo>
      <UserInfo>
        <DisplayName>Barbara Mendes de Castro (SEPLAG)</DisplayName>
        <AccountId>84</AccountId>
        <AccountType/>
      </UserInfo>
      <UserInfo>
        <DisplayName>Bruno Henrique de Oliveira Rosa (SEPLAG)</DisplayName>
        <AccountId>82</AccountId>
        <AccountType/>
      </UserInfo>
      <UserInfo>
        <DisplayName>Andrea Regina Do Carmo (SEPLAG)</DisplayName>
        <AccountId>90</AccountId>
        <AccountType/>
      </UserInfo>
      <UserInfo>
        <DisplayName>Lucas José Oliveira (SEPLAG)</DisplayName>
        <AccountId>87</AccountId>
        <AccountType/>
      </UserInfo>
      <UserInfo>
        <DisplayName>Daniel Fernandes Sartori Alves</DisplayName>
        <AccountId>89</AccountId>
        <AccountType/>
      </UserInfo>
      <UserInfo>
        <DisplayName>Luciana Muller Souza Coelho (SEPLAG)</DisplayName>
        <AccountId>205</AccountId>
        <AccountType/>
      </UserInfo>
      <UserInfo>
        <DisplayName>Pedro Lucas Fonseca Braga (SEPLAG)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E826907-9001-4186-98D1-FDF9C8C1C8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5FFBBC-3FD4-4B7B-819F-D5FFA64AD3C5}">
  <ds:schemaRefs>
    <ds:schemaRef ds:uri="6f4338ef-addb-4c87-aefe-1895241b335f"/>
    <ds:schemaRef ds:uri="b91e7f20-fe0a-487d-91a9-605ac1c64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A50F9-6794-4FCE-A895-BD27BAA9DCF2}">
  <ds:schemaRefs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b91e7f20-fe0a-487d-91a9-605ac1c64acf"/>
    <ds:schemaRef ds:uri="6f4338ef-addb-4c87-aefe-1895241b335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948</Words>
  <Application>Microsoft Office PowerPoint</Application>
  <PresentationFormat>Apresentação na tela (16:10)</PresentationFormat>
  <Paragraphs>180</Paragraphs>
  <Slides>15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m12157996</dc:creator>
  <cp:lastModifiedBy>Felipe Magno Parreiras de Sousa (SEPLAG)</cp:lastModifiedBy>
  <cp:revision>474</cp:revision>
  <cp:lastPrinted>2020-01-14T13:03:48Z</cp:lastPrinted>
  <dcterms:created xsi:type="dcterms:W3CDTF">2019-06-04T11:59:27Z</dcterms:created>
  <dcterms:modified xsi:type="dcterms:W3CDTF">2026-02-25T14:02:06Z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