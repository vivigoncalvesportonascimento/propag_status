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3025" r:id="rId5"/>
    <p:sldId id="3040" r:id="rId6"/>
    <p:sldId id="3054" r:id="rId7"/>
    <p:sldId id="3043" r:id="rId8"/>
    <p:sldId id="305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D292B4-837D-BCF0-8A2E-0F00380BF6C4}" v="2" dt="2025-12-10T21:22:42.356"/>
    <p1510:client id="{67D0CD91-FC99-83EE-DC8A-7B2EBF63C5D0}" v="330" dt="2025-12-11T11:02:01.718"/>
    <p1510:client id="{78A6E53A-4548-4B86-B7C8-31036FA189FD}" v="93" dt="2025-12-10T15:26:36.385"/>
    <p1510:client id="{9D18C055-6207-C831-A280-ADE47072CA94}" v="14" dt="2025-12-10T21:28:27.936"/>
    <p1510:client id="{AA1FB6AE-B70E-F2C3-B1C1-653706FF8355}" v="1" dt="2025-12-10T15:40:15.355"/>
    <p1510:client id="{C27722CE-775A-E6CA-A54E-F7294BDB08CC}" v="100" dt="2025-12-10T21:22:27.843"/>
    <p1510:client id="{C75E5FAB-B265-B61B-F06A-3F501E0F4C85}" v="847" dt="2025-12-10T21:12:55.065"/>
    <p1510:client id="{E55F0591-3034-4899-10F3-7D78738B78DF}" v="28" dt="2025-12-10T21:24:45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iane Gonçalves Porto Nascimento (SEPLAG)" userId="S::m752868@ca.mg.gov.br::8a9e512c-6eec-4499-8f6e-67c78fab64ad" providerId="AD" clId="Web-{AA1FB6AE-B70E-F2C3-B1C1-653706FF8355}"/>
    <pc:docChg chg="sldOrd">
      <pc:chgData name="Viviane Gonçalves Porto Nascimento (SEPLAG)" userId="S::m752868@ca.mg.gov.br::8a9e512c-6eec-4499-8f6e-67c78fab64ad" providerId="AD" clId="Web-{AA1FB6AE-B70E-F2C3-B1C1-653706FF8355}" dt="2025-12-10T15:40:15.355" v="0"/>
      <pc:docMkLst>
        <pc:docMk/>
      </pc:docMkLst>
      <pc:sldChg chg="ord">
        <pc:chgData name="Viviane Gonçalves Porto Nascimento (SEPLAG)" userId="S::m752868@ca.mg.gov.br::8a9e512c-6eec-4499-8f6e-67c78fab64ad" providerId="AD" clId="Web-{AA1FB6AE-B70E-F2C3-B1C1-653706FF8355}" dt="2025-12-10T15:40:15.355" v="0"/>
        <pc:sldMkLst>
          <pc:docMk/>
          <pc:sldMk cId="1296637133" sldId="3055"/>
        </pc:sldMkLst>
      </pc:sldChg>
    </pc:docChg>
  </pc:docChgLst>
  <pc:docChgLst>
    <pc:chgData name="Felipe Magno Parreiras de Sousa (SEPLAG)" userId="S::m7524689@ca.mg.gov.br::86c0c464-8cc7-4f98-9117-7a7ecf4c6512" providerId="AD" clId="Web-{67D0CD91-FC99-83EE-DC8A-7B2EBF63C5D0}"/>
    <pc:docChg chg="modSld">
      <pc:chgData name="Felipe Magno Parreiras de Sousa (SEPLAG)" userId="S::m7524689@ca.mg.gov.br::86c0c464-8cc7-4f98-9117-7a7ecf4c6512" providerId="AD" clId="Web-{67D0CD91-FC99-83EE-DC8A-7B2EBF63C5D0}" dt="2025-12-11T11:02:01.703" v="182" actId="20577"/>
      <pc:docMkLst>
        <pc:docMk/>
      </pc:docMkLst>
      <pc:sldChg chg="modSp">
        <pc:chgData name="Felipe Magno Parreiras de Sousa (SEPLAG)" userId="S::m7524689@ca.mg.gov.br::86c0c464-8cc7-4f98-9117-7a7ecf4c6512" providerId="AD" clId="Web-{67D0CD91-FC99-83EE-DC8A-7B2EBF63C5D0}" dt="2025-12-11T10:52:45.235" v="24" actId="20577"/>
        <pc:sldMkLst>
          <pc:docMk/>
          <pc:sldMk cId="2940595035" sldId="3040"/>
        </pc:sldMkLst>
        <pc:spChg chg="mod">
          <ac:chgData name="Felipe Magno Parreiras de Sousa (SEPLAG)" userId="S::m7524689@ca.mg.gov.br::86c0c464-8cc7-4f98-9117-7a7ecf4c6512" providerId="AD" clId="Web-{67D0CD91-FC99-83EE-DC8A-7B2EBF63C5D0}" dt="2025-12-11T10:52:45.235" v="24" actId="20577"/>
          <ac:spMkLst>
            <pc:docMk/>
            <pc:sldMk cId="2940595035" sldId="3040"/>
            <ac:spMk id="4" creationId="{16EC7D96-418B-4C70-DA94-61D29C872F4C}"/>
          </ac:spMkLst>
        </pc:spChg>
      </pc:sldChg>
      <pc:sldChg chg="modSp">
        <pc:chgData name="Felipe Magno Parreiras de Sousa (SEPLAG)" userId="S::m7524689@ca.mg.gov.br::86c0c464-8cc7-4f98-9117-7a7ecf4c6512" providerId="AD" clId="Web-{67D0CD91-FC99-83EE-DC8A-7B2EBF63C5D0}" dt="2025-12-11T10:56:42.597" v="99" actId="20577"/>
        <pc:sldMkLst>
          <pc:docMk/>
          <pc:sldMk cId="3131382221" sldId="3043"/>
        </pc:sldMkLst>
        <pc:spChg chg="mod">
          <ac:chgData name="Felipe Magno Parreiras de Sousa (SEPLAG)" userId="S::m7524689@ca.mg.gov.br::86c0c464-8cc7-4f98-9117-7a7ecf4c6512" providerId="AD" clId="Web-{67D0CD91-FC99-83EE-DC8A-7B2EBF63C5D0}" dt="2025-12-11T10:56:42.597" v="99" actId="20577"/>
          <ac:spMkLst>
            <pc:docMk/>
            <pc:sldMk cId="3131382221" sldId="3043"/>
            <ac:spMk id="4" creationId="{450EAE3C-E1F7-7D77-5A87-2FB44C844CF9}"/>
          </ac:spMkLst>
        </pc:spChg>
      </pc:sldChg>
      <pc:sldChg chg="modSp">
        <pc:chgData name="Felipe Magno Parreiras de Sousa (SEPLAG)" userId="S::m7524689@ca.mg.gov.br::86c0c464-8cc7-4f98-9117-7a7ecf4c6512" providerId="AD" clId="Web-{67D0CD91-FC99-83EE-DC8A-7B2EBF63C5D0}" dt="2025-12-11T11:02:01.703" v="182" actId="20577"/>
        <pc:sldMkLst>
          <pc:docMk/>
          <pc:sldMk cId="3553972061" sldId="3053"/>
        </pc:sldMkLst>
        <pc:spChg chg="mod">
          <ac:chgData name="Felipe Magno Parreiras de Sousa (SEPLAG)" userId="S::m7524689@ca.mg.gov.br::86c0c464-8cc7-4f98-9117-7a7ecf4c6512" providerId="AD" clId="Web-{67D0CD91-FC99-83EE-DC8A-7B2EBF63C5D0}" dt="2025-12-11T11:02:01.703" v="182" actId="20577"/>
          <ac:spMkLst>
            <pc:docMk/>
            <pc:sldMk cId="3553972061" sldId="3053"/>
            <ac:spMk id="8" creationId="{584413F9-BEA7-3A9C-F189-9595D9A90104}"/>
          </ac:spMkLst>
        </pc:spChg>
        <pc:picChg chg="mod">
          <ac:chgData name="Felipe Magno Parreiras de Sousa (SEPLAG)" userId="S::m7524689@ca.mg.gov.br::86c0c464-8cc7-4f98-9117-7a7ecf4c6512" providerId="AD" clId="Web-{67D0CD91-FC99-83EE-DC8A-7B2EBF63C5D0}" dt="2025-12-11T11:01:16.280" v="170" actId="1076"/>
          <ac:picMkLst>
            <pc:docMk/>
            <pc:sldMk cId="3553972061" sldId="3053"/>
            <ac:picMk id="10" creationId="{B86B9E2D-6EF5-CE11-7B76-A90C4E306571}"/>
          </ac:picMkLst>
        </pc:picChg>
      </pc:sldChg>
    </pc:docChg>
  </pc:docChgLst>
  <pc:docChgLst>
    <pc:chgData name="Viviane Nascimento" userId="796ce8924561144a" providerId="LiveId" clId="{CA03A259-0C9F-4B73-97FA-2AA10E695F42}"/>
    <pc:docChg chg="undo custSel addSld delSld modSld sldOrd">
      <pc:chgData name="Viviane Nascimento" userId="796ce8924561144a" providerId="LiveId" clId="{CA03A259-0C9F-4B73-97FA-2AA10E695F42}" dt="2025-12-10T15:28:55.925" v="3516"/>
      <pc:docMkLst>
        <pc:docMk/>
      </pc:docMkLst>
      <pc:sldChg chg="del">
        <pc:chgData name="Viviane Nascimento" userId="796ce8924561144a" providerId="LiveId" clId="{CA03A259-0C9F-4B73-97FA-2AA10E695F42}" dt="2025-12-10T15:18:05.465" v="3361" actId="47"/>
        <pc:sldMkLst>
          <pc:docMk/>
          <pc:sldMk cId="2208217760" sldId="260"/>
        </pc:sldMkLst>
      </pc:sldChg>
      <pc:sldChg chg="del">
        <pc:chgData name="Viviane Nascimento" userId="796ce8924561144a" providerId="LiveId" clId="{CA03A259-0C9F-4B73-97FA-2AA10E695F42}" dt="2025-12-10T15:18:02.939" v="3358" actId="47"/>
        <pc:sldMkLst>
          <pc:docMk/>
          <pc:sldMk cId="1773828029" sldId="262"/>
        </pc:sldMkLst>
      </pc:sldChg>
      <pc:sldChg chg="del">
        <pc:chgData name="Viviane Nascimento" userId="796ce8924561144a" providerId="LiveId" clId="{CA03A259-0C9F-4B73-97FA-2AA10E695F42}" dt="2025-12-10T15:18:05.941" v="3362" actId="47"/>
        <pc:sldMkLst>
          <pc:docMk/>
          <pc:sldMk cId="2525055874" sldId="263"/>
        </pc:sldMkLst>
      </pc:sldChg>
      <pc:sldChg chg="del">
        <pc:chgData name="Viviane Nascimento" userId="796ce8924561144a" providerId="LiveId" clId="{CA03A259-0C9F-4B73-97FA-2AA10E695F42}" dt="2025-12-10T15:18:03.973" v="3359" actId="47"/>
        <pc:sldMkLst>
          <pc:docMk/>
          <pc:sldMk cId="1153734052" sldId="264"/>
        </pc:sldMkLst>
      </pc:sldChg>
      <pc:sldChg chg="del">
        <pc:chgData name="Viviane Nascimento" userId="796ce8924561144a" providerId="LiveId" clId="{CA03A259-0C9F-4B73-97FA-2AA10E695F42}" dt="2025-12-10T15:18:04.432" v="3360" actId="47"/>
        <pc:sldMkLst>
          <pc:docMk/>
          <pc:sldMk cId="498662772" sldId="265"/>
        </pc:sldMkLst>
      </pc:sldChg>
      <pc:sldChg chg="modSp mod modNotesTx">
        <pc:chgData name="Viviane Nascimento" userId="796ce8924561144a" providerId="LiveId" clId="{CA03A259-0C9F-4B73-97FA-2AA10E695F42}" dt="2025-12-10T15:19:08.439" v="3369" actId="255"/>
        <pc:sldMkLst>
          <pc:docMk/>
          <pc:sldMk cId="3769248028" sldId="3027"/>
        </pc:sldMkLst>
        <pc:spChg chg="mod">
          <ac:chgData name="Viviane Nascimento" userId="796ce8924561144a" providerId="LiveId" clId="{CA03A259-0C9F-4B73-97FA-2AA10E695F42}" dt="2025-12-10T15:19:08.439" v="3369" actId="255"/>
          <ac:spMkLst>
            <pc:docMk/>
            <pc:sldMk cId="3769248028" sldId="3027"/>
            <ac:spMk id="4" creationId="{965208F1-5C94-38D8-07EC-2245FB08D6DB}"/>
          </ac:spMkLst>
        </pc:spChg>
      </pc:sldChg>
      <pc:sldChg chg="del">
        <pc:chgData name="Viviane Nascimento" userId="796ce8924561144a" providerId="LiveId" clId="{CA03A259-0C9F-4B73-97FA-2AA10E695F42}" dt="2025-12-10T15:18:06.889" v="3364" actId="47"/>
        <pc:sldMkLst>
          <pc:docMk/>
          <pc:sldMk cId="1935064598" sldId="3030"/>
        </pc:sldMkLst>
      </pc:sldChg>
      <pc:sldChg chg="del">
        <pc:chgData name="Viviane Nascimento" userId="796ce8924561144a" providerId="LiveId" clId="{CA03A259-0C9F-4B73-97FA-2AA10E695F42}" dt="2025-12-10T15:18:06.383" v="3363" actId="47"/>
        <pc:sldMkLst>
          <pc:docMk/>
          <pc:sldMk cId="642729388" sldId="3033"/>
        </pc:sldMkLst>
      </pc:sldChg>
      <pc:sldChg chg="del">
        <pc:chgData name="Viviane Nascimento" userId="796ce8924561144a" providerId="LiveId" clId="{CA03A259-0C9F-4B73-97FA-2AA10E695F42}" dt="2025-12-10T12:32:30.722" v="2835" actId="47"/>
        <pc:sldMkLst>
          <pc:docMk/>
          <pc:sldMk cId="1045436489" sldId="3034"/>
        </pc:sldMkLst>
      </pc:sldChg>
      <pc:sldChg chg="del">
        <pc:chgData name="Viviane Nascimento" userId="796ce8924561144a" providerId="LiveId" clId="{CA03A259-0C9F-4B73-97FA-2AA10E695F42}" dt="2025-12-10T15:17:57.076" v="3353" actId="47"/>
        <pc:sldMkLst>
          <pc:docMk/>
          <pc:sldMk cId="379026261" sldId="3035"/>
        </pc:sldMkLst>
      </pc:sldChg>
      <pc:sldChg chg="del">
        <pc:chgData name="Viviane Nascimento" userId="796ce8924561144a" providerId="LiveId" clId="{CA03A259-0C9F-4B73-97FA-2AA10E695F42}" dt="2025-12-10T12:32:27.573" v="2834" actId="47"/>
        <pc:sldMkLst>
          <pc:docMk/>
          <pc:sldMk cId="1701261038" sldId="3036"/>
        </pc:sldMkLst>
      </pc:sldChg>
      <pc:sldChg chg="del">
        <pc:chgData name="Viviane Nascimento" userId="796ce8924561144a" providerId="LiveId" clId="{CA03A259-0C9F-4B73-97FA-2AA10E695F42}" dt="2025-12-10T12:32:23.157" v="2833" actId="47"/>
        <pc:sldMkLst>
          <pc:docMk/>
          <pc:sldMk cId="4024097177" sldId="3037"/>
        </pc:sldMkLst>
      </pc:sldChg>
      <pc:sldChg chg="addSp modSp mod modNotesTx">
        <pc:chgData name="Viviane Nascimento" userId="796ce8924561144a" providerId="LiveId" clId="{CA03A259-0C9F-4B73-97FA-2AA10E695F42}" dt="2025-12-10T15:22:11.863" v="3494" actId="20577"/>
        <pc:sldMkLst>
          <pc:docMk/>
          <pc:sldMk cId="2940595035" sldId="3040"/>
        </pc:sldMkLst>
        <pc:spChg chg="mod">
          <ac:chgData name="Viviane Nascimento" userId="796ce8924561144a" providerId="LiveId" clId="{CA03A259-0C9F-4B73-97FA-2AA10E695F42}" dt="2025-12-10T15:22:11.863" v="3494" actId="20577"/>
          <ac:spMkLst>
            <pc:docMk/>
            <pc:sldMk cId="2940595035" sldId="3040"/>
            <ac:spMk id="4" creationId="{16EC7D96-418B-4C70-DA94-61D29C872F4C}"/>
          </ac:spMkLst>
        </pc:spChg>
        <pc:spChg chg="mod">
          <ac:chgData name="Viviane Nascimento" userId="796ce8924561144a" providerId="LiveId" clId="{CA03A259-0C9F-4B73-97FA-2AA10E695F42}" dt="2025-12-09T19:19:28.145" v="2049" actId="20577"/>
          <ac:spMkLst>
            <pc:docMk/>
            <pc:sldMk cId="2940595035" sldId="3040"/>
            <ac:spMk id="39" creationId="{AC9BAAD8-C03B-C14D-3F68-F14F6BA9DBE3}"/>
          </ac:spMkLst>
        </pc:spChg>
      </pc:sldChg>
      <pc:sldChg chg="addSp delSp modSp add del mod modNotesTx">
        <pc:chgData name="Viviane Nascimento" userId="796ce8924561144a" providerId="LiveId" clId="{CA03A259-0C9F-4B73-97FA-2AA10E695F42}" dt="2025-12-10T12:12:50.220" v="2287" actId="47"/>
        <pc:sldMkLst>
          <pc:docMk/>
          <pc:sldMk cId="2389341043" sldId="3041"/>
        </pc:sldMkLst>
      </pc:sldChg>
      <pc:sldChg chg="addSp delSp modSp add mod modNotesTx">
        <pc:chgData name="Viviane Nascimento" userId="796ce8924561144a" providerId="LiveId" clId="{CA03A259-0C9F-4B73-97FA-2AA10E695F42}" dt="2025-12-10T14:13:42.231" v="3325" actId="1076"/>
        <pc:sldMkLst>
          <pc:docMk/>
          <pc:sldMk cId="2636229769" sldId="3042"/>
        </pc:sldMkLst>
        <pc:spChg chg="del">
          <ac:chgData name="Viviane Nascimento" userId="796ce8924561144a" providerId="LiveId" clId="{CA03A259-0C9F-4B73-97FA-2AA10E695F42}" dt="2025-12-10T14:13:19.182" v="3317" actId="478"/>
          <ac:spMkLst>
            <pc:docMk/>
            <pc:sldMk cId="2636229769" sldId="3042"/>
            <ac:spMk id="4" creationId="{3D729102-6761-20B5-EAC6-6ECD91514955}"/>
          </ac:spMkLst>
        </pc:spChg>
        <pc:picChg chg="add mod">
          <ac:chgData name="Viviane Nascimento" userId="796ce8924561144a" providerId="LiveId" clId="{CA03A259-0C9F-4B73-97FA-2AA10E695F42}" dt="2025-12-10T14:13:42.231" v="3325" actId="1076"/>
          <ac:picMkLst>
            <pc:docMk/>
            <pc:sldMk cId="2636229769" sldId="3042"/>
            <ac:picMk id="2" creationId="{7C3F1362-C27B-0B8E-A3A2-E64EFE7F6F3F}"/>
          </ac:picMkLst>
        </pc:picChg>
      </pc:sldChg>
      <pc:sldChg chg="modSp add mod modNotesTx">
        <pc:chgData name="Viviane Nascimento" userId="796ce8924561144a" providerId="LiveId" clId="{CA03A259-0C9F-4B73-97FA-2AA10E695F42}" dt="2025-12-10T15:27:38.793" v="3513" actId="113"/>
        <pc:sldMkLst>
          <pc:docMk/>
          <pc:sldMk cId="3131382221" sldId="3043"/>
        </pc:sldMkLst>
        <pc:spChg chg="mod">
          <ac:chgData name="Viviane Nascimento" userId="796ce8924561144a" providerId="LiveId" clId="{CA03A259-0C9F-4B73-97FA-2AA10E695F42}" dt="2025-12-10T15:27:38.793" v="3513" actId="113"/>
          <ac:spMkLst>
            <pc:docMk/>
            <pc:sldMk cId="3131382221" sldId="3043"/>
            <ac:spMk id="4" creationId="{450EAE3C-E1F7-7D77-5A87-2FB44C844CF9}"/>
          </ac:spMkLst>
        </pc:spChg>
        <pc:spChg chg="mod">
          <ac:chgData name="Viviane Nascimento" userId="796ce8924561144a" providerId="LiveId" clId="{CA03A259-0C9F-4B73-97FA-2AA10E695F42}" dt="2025-12-09T19:19:40.258" v="2051" actId="20577"/>
          <ac:spMkLst>
            <pc:docMk/>
            <pc:sldMk cId="3131382221" sldId="3043"/>
            <ac:spMk id="39" creationId="{13FD64D1-8087-2E51-4D8A-815240FB3C8E}"/>
          </ac:spMkLst>
        </pc:spChg>
      </pc:sldChg>
      <pc:sldChg chg="addSp delSp modSp add del mod modNotesTx">
        <pc:chgData name="Viviane Nascimento" userId="796ce8924561144a" providerId="LiveId" clId="{CA03A259-0C9F-4B73-97FA-2AA10E695F42}" dt="2025-12-10T15:28:22.649" v="3514" actId="47"/>
        <pc:sldMkLst>
          <pc:docMk/>
          <pc:sldMk cId="445377086" sldId="3044"/>
        </pc:sldMkLst>
        <pc:picChg chg="add del">
          <ac:chgData name="Viviane Nascimento" userId="796ce8924561144a" providerId="LiveId" clId="{CA03A259-0C9F-4B73-97FA-2AA10E695F42}" dt="2025-12-10T12:45:46.981" v="2863" actId="21"/>
          <ac:picMkLst>
            <pc:docMk/>
            <pc:sldMk cId="445377086" sldId="3044"/>
            <ac:picMk id="2" creationId="{3BDE4803-EBA6-9939-0A7B-046022675D30}"/>
          </ac:picMkLst>
        </pc:picChg>
      </pc:sldChg>
      <pc:sldChg chg="modSp add del mod">
        <pc:chgData name="Viviane Nascimento" userId="796ce8924561144a" providerId="LiveId" clId="{CA03A259-0C9F-4B73-97FA-2AA10E695F42}" dt="2025-12-10T15:17:59.891" v="3354" actId="47"/>
        <pc:sldMkLst>
          <pc:docMk/>
          <pc:sldMk cId="4219629523" sldId="3045"/>
        </pc:sldMkLst>
      </pc:sldChg>
      <pc:sldChg chg="modSp add del mod">
        <pc:chgData name="Viviane Nascimento" userId="796ce8924561144a" providerId="LiveId" clId="{CA03A259-0C9F-4B73-97FA-2AA10E695F42}" dt="2025-12-10T15:18:00.916" v="3355" actId="47"/>
        <pc:sldMkLst>
          <pc:docMk/>
          <pc:sldMk cId="4291327921" sldId="3046"/>
        </pc:sldMkLst>
      </pc:sldChg>
      <pc:sldChg chg="modSp add del mod">
        <pc:chgData name="Viviane Nascimento" userId="796ce8924561144a" providerId="LiveId" clId="{CA03A259-0C9F-4B73-97FA-2AA10E695F42}" dt="2025-12-10T15:18:01.551" v="3356" actId="47"/>
        <pc:sldMkLst>
          <pc:docMk/>
          <pc:sldMk cId="1338469201" sldId="3047"/>
        </pc:sldMkLst>
      </pc:sldChg>
      <pc:sldChg chg="modSp add del mod">
        <pc:chgData name="Viviane Nascimento" userId="796ce8924561144a" providerId="LiveId" clId="{CA03A259-0C9F-4B73-97FA-2AA10E695F42}" dt="2025-12-10T15:18:02.350" v="3357" actId="47"/>
        <pc:sldMkLst>
          <pc:docMk/>
          <pc:sldMk cId="1075457147" sldId="3048"/>
        </pc:sldMkLst>
      </pc:sldChg>
      <pc:sldChg chg="addSp delSp modSp add mod">
        <pc:chgData name="Viviane Nascimento" userId="796ce8924561144a" providerId="LiveId" clId="{CA03A259-0C9F-4B73-97FA-2AA10E695F42}" dt="2025-12-10T15:23:08.582" v="3503" actId="20577"/>
        <pc:sldMkLst>
          <pc:docMk/>
          <pc:sldMk cId="2342464516" sldId="3049"/>
        </pc:sldMkLst>
        <pc:spChg chg="mod">
          <ac:chgData name="Viviane Nascimento" userId="796ce8924561144a" providerId="LiveId" clId="{CA03A259-0C9F-4B73-97FA-2AA10E695F42}" dt="2025-12-10T15:22:34.278" v="3495" actId="20577"/>
          <ac:spMkLst>
            <pc:docMk/>
            <pc:sldMk cId="2342464516" sldId="3049"/>
            <ac:spMk id="27" creationId="{15EB313D-E564-2BB3-F2D0-80AB7DBFB2F7}"/>
          </ac:spMkLst>
        </pc:spChg>
        <pc:spChg chg="add mod">
          <ac:chgData name="Viviane Nascimento" userId="796ce8924561144a" providerId="LiveId" clId="{CA03A259-0C9F-4B73-97FA-2AA10E695F42}" dt="2025-12-10T15:23:08.582" v="3503" actId="20577"/>
          <ac:spMkLst>
            <pc:docMk/>
            <pc:sldMk cId="2342464516" sldId="3049"/>
            <ac:spMk id="32" creationId="{EB24B7F9-1A9B-8E54-B6D3-A49946AD75C9}"/>
          </ac:spMkLst>
        </pc:spChg>
      </pc:sldChg>
      <pc:sldChg chg="addSp delSp modSp add mod ord modNotesTx">
        <pc:chgData name="Viviane Nascimento" userId="796ce8924561144a" providerId="LiveId" clId="{CA03A259-0C9F-4B73-97FA-2AA10E695F42}" dt="2025-12-10T13:44:05.160" v="3232" actId="20577"/>
        <pc:sldMkLst>
          <pc:docMk/>
          <pc:sldMk cId="2077770027" sldId="3050"/>
        </pc:sldMkLst>
        <pc:picChg chg="add del mod">
          <ac:chgData name="Viviane Nascimento" userId="796ce8924561144a" providerId="LiveId" clId="{CA03A259-0C9F-4B73-97FA-2AA10E695F42}" dt="2025-12-10T13:00:17.083" v="2947" actId="478"/>
          <ac:picMkLst>
            <pc:docMk/>
            <pc:sldMk cId="2077770027" sldId="3050"/>
            <ac:picMk id="8" creationId="{5B24BFA9-D4E7-23B7-6FE2-EA71A72C3D99}"/>
          </ac:picMkLst>
        </pc:picChg>
        <pc:picChg chg="add del mod">
          <ac:chgData name="Viviane Nascimento" userId="796ce8924561144a" providerId="LiveId" clId="{CA03A259-0C9F-4B73-97FA-2AA10E695F42}" dt="2025-12-10T13:00:25.111" v="2952" actId="478"/>
          <ac:picMkLst>
            <pc:docMk/>
            <pc:sldMk cId="2077770027" sldId="3050"/>
            <ac:picMk id="9" creationId="{D68882E1-B48E-3260-84E8-060D8B1B11C2}"/>
          </ac:picMkLst>
        </pc:picChg>
        <pc:picChg chg="add del mod">
          <ac:chgData name="Viviane Nascimento" userId="796ce8924561144a" providerId="LiveId" clId="{CA03A259-0C9F-4B73-97FA-2AA10E695F42}" dt="2025-12-10T13:04:19.850" v="2974" actId="478"/>
          <ac:picMkLst>
            <pc:docMk/>
            <pc:sldMk cId="2077770027" sldId="3050"/>
            <ac:picMk id="10" creationId="{00041130-5F72-9301-C0DC-274A85721143}"/>
          </ac:picMkLst>
        </pc:picChg>
        <pc:picChg chg="add mod">
          <ac:chgData name="Viviane Nascimento" userId="796ce8924561144a" providerId="LiveId" clId="{CA03A259-0C9F-4B73-97FA-2AA10E695F42}" dt="2025-12-10T13:04:29.449" v="2979" actId="1076"/>
          <ac:picMkLst>
            <pc:docMk/>
            <pc:sldMk cId="2077770027" sldId="3050"/>
            <ac:picMk id="11" creationId="{F5F454EA-193A-39A1-F7FB-1AEF9EE16F79}"/>
          </ac:picMkLst>
        </pc:picChg>
      </pc:sldChg>
      <pc:sldChg chg="addSp delSp modSp add mod ord modNotesTx">
        <pc:chgData name="Viviane Nascimento" userId="796ce8924561144a" providerId="LiveId" clId="{CA03A259-0C9F-4B73-97FA-2AA10E695F42}" dt="2025-12-10T13:44:11.215" v="3233" actId="20577"/>
        <pc:sldMkLst>
          <pc:docMk/>
          <pc:sldMk cId="3255347389" sldId="3051"/>
        </pc:sldMkLst>
        <pc:picChg chg="add del mod">
          <ac:chgData name="Viviane Nascimento" userId="796ce8924561144a" providerId="LiveId" clId="{CA03A259-0C9F-4B73-97FA-2AA10E695F42}" dt="2025-12-10T13:01:38.142" v="2959" actId="478"/>
          <ac:picMkLst>
            <pc:docMk/>
            <pc:sldMk cId="3255347389" sldId="3051"/>
            <ac:picMk id="2" creationId="{66959D54-3DD0-D9CA-A4D1-6697E50C2EFE}"/>
          </ac:picMkLst>
        </pc:picChg>
        <pc:picChg chg="add del mod">
          <ac:chgData name="Viviane Nascimento" userId="796ce8924561144a" providerId="LiveId" clId="{CA03A259-0C9F-4B73-97FA-2AA10E695F42}" dt="2025-12-10T13:02:08.891" v="2969" actId="478"/>
          <ac:picMkLst>
            <pc:docMk/>
            <pc:sldMk cId="3255347389" sldId="3051"/>
            <ac:picMk id="4" creationId="{00EAA3B0-44CF-01BF-80A7-2F9B6135250B}"/>
          </ac:picMkLst>
        </pc:picChg>
        <pc:picChg chg="add del mod">
          <ac:chgData name="Viviane Nascimento" userId="796ce8924561144a" providerId="LiveId" clId="{CA03A259-0C9F-4B73-97FA-2AA10E695F42}" dt="2025-12-10T13:06:55.755" v="2980" actId="478"/>
          <ac:picMkLst>
            <pc:docMk/>
            <pc:sldMk cId="3255347389" sldId="3051"/>
            <ac:picMk id="5" creationId="{F1A25BE4-B9EA-F0D5-F516-63ECF41AD39B}"/>
          </ac:picMkLst>
        </pc:picChg>
        <pc:picChg chg="add mod">
          <ac:chgData name="Viviane Nascimento" userId="796ce8924561144a" providerId="LiveId" clId="{CA03A259-0C9F-4B73-97FA-2AA10E695F42}" dt="2025-12-10T13:07:03.687" v="2985" actId="1076"/>
          <ac:picMkLst>
            <pc:docMk/>
            <pc:sldMk cId="3255347389" sldId="3051"/>
            <ac:picMk id="6" creationId="{CB23152E-A95D-FA8B-D505-DCF28235DDBC}"/>
          </ac:picMkLst>
        </pc:picChg>
      </pc:sldChg>
      <pc:sldChg chg="addSp delSp modSp add mod ord modNotesTx">
        <pc:chgData name="Viviane Nascimento" userId="796ce8924561144a" providerId="LiveId" clId="{CA03A259-0C9F-4B73-97FA-2AA10E695F42}" dt="2025-12-10T13:20:05.465" v="3018" actId="14100"/>
        <pc:sldMkLst>
          <pc:docMk/>
          <pc:sldMk cId="1546589974" sldId="3052"/>
        </pc:sldMkLst>
        <pc:picChg chg="add del mod">
          <ac:chgData name="Viviane Nascimento" userId="796ce8924561144a" providerId="LiveId" clId="{CA03A259-0C9F-4B73-97FA-2AA10E695F42}" dt="2025-12-10T12:53:16.914" v="2919" actId="478"/>
          <ac:picMkLst>
            <pc:docMk/>
            <pc:sldMk cId="1546589974" sldId="3052"/>
            <ac:picMk id="9" creationId="{530B8A20-B19B-8DCA-2D7A-F3633561271E}"/>
          </ac:picMkLst>
        </pc:picChg>
        <pc:picChg chg="add del mod">
          <ac:chgData name="Viviane Nascimento" userId="796ce8924561144a" providerId="LiveId" clId="{CA03A259-0C9F-4B73-97FA-2AA10E695F42}" dt="2025-12-10T13:15:30.632" v="2986" actId="478"/>
          <ac:picMkLst>
            <pc:docMk/>
            <pc:sldMk cId="1546589974" sldId="3052"/>
            <ac:picMk id="10" creationId="{C9853134-C523-ED3C-DB7C-DF7C032F435A}"/>
          </ac:picMkLst>
        </pc:picChg>
        <pc:picChg chg="add del mod">
          <ac:chgData name="Viviane Nascimento" userId="796ce8924561144a" providerId="LiveId" clId="{CA03A259-0C9F-4B73-97FA-2AA10E695F42}" dt="2025-12-10T13:19:33.967" v="3009" actId="478"/>
          <ac:picMkLst>
            <pc:docMk/>
            <pc:sldMk cId="1546589974" sldId="3052"/>
            <ac:picMk id="11" creationId="{4CFC212C-5B17-F190-97C1-87B5D3C13C63}"/>
          </ac:picMkLst>
        </pc:picChg>
        <pc:picChg chg="add del mod">
          <ac:chgData name="Viviane Nascimento" userId="796ce8924561144a" providerId="LiveId" clId="{CA03A259-0C9F-4B73-97FA-2AA10E695F42}" dt="2025-12-10T13:19:40.592" v="3012" actId="478"/>
          <ac:picMkLst>
            <pc:docMk/>
            <pc:sldMk cId="1546589974" sldId="3052"/>
            <ac:picMk id="12" creationId="{73D68209-980A-5999-30D6-95059CA8EE99}"/>
          </ac:picMkLst>
        </pc:picChg>
        <pc:picChg chg="add mod">
          <ac:chgData name="Viviane Nascimento" userId="796ce8924561144a" providerId="LiveId" clId="{CA03A259-0C9F-4B73-97FA-2AA10E695F42}" dt="2025-12-10T13:20:05.465" v="3018" actId="14100"/>
          <ac:picMkLst>
            <pc:docMk/>
            <pc:sldMk cId="1546589974" sldId="3052"/>
            <ac:picMk id="13" creationId="{C5991719-57B4-95BB-A36A-F217C95DD8D6}"/>
          </ac:picMkLst>
        </pc:picChg>
      </pc:sldChg>
      <pc:sldChg chg="addSp delSp modSp add mod ord">
        <pc:chgData name="Viviane Nascimento" userId="796ce8924561144a" providerId="LiveId" clId="{CA03A259-0C9F-4B73-97FA-2AA10E695F42}" dt="2025-12-10T15:20:04.223" v="3375" actId="1076"/>
        <pc:sldMkLst>
          <pc:docMk/>
          <pc:sldMk cId="3553972061" sldId="3053"/>
        </pc:sldMkLst>
        <pc:spChg chg="del mod">
          <ac:chgData name="Viviane Nascimento" userId="796ce8924561144a" providerId="LiveId" clId="{CA03A259-0C9F-4B73-97FA-2AA10E695F42}" dt="2025-12-10T12:25:27.729" v="2697" actId="478"/>
          <ac:spMkLst>
            <pc:docMk/>
            <pc:sldMk cId="3553972061" sldId="3053"/>
            <ac:spMk id="4" creationId="{10664B3D-C23C-BA02-E324-AD5B0E47892E}"/>
          </ac:spMkLst>
        </pc:spChg>
        <pc:spChg chg="add mod">
          <ac:chgData name="Viviane Nascimento" userId="796ce8924561144a" providerId="LiveId" clId="{CA03A259-0C9F-4B73-97FA-2AA10E695F42}" dt="2025-12-10T15:02:25.351" v="3330" actId="1076"/>
          <ac:spMkLst>
            <pc:docMk/>
            <pc:sldMk cId="3553972061" sldId="3053"/>
            <ac:spMk id="8" creationId="{584413F9-BEA7-3A9C-F189-9595D9A90104}"/>
          </ac:spMkLst>
        </pc:spChg>
        <pc:spChg chg="mod">
          <ac:chgData name="Viviane Nascimento" userId="796ce8924561144a" providerId="LiveId" clId="{CA03A259-0C9F-4B73-97FA-2AA10E695F42}" dt="2025-12-10T12:26:59.072" v="2824" actId="20577"/>
          <ac:spMkLst>
            <pc:docMk/>
            <pc:sldMk cId="3553972061" sldId="3053"/>
            <ac:spMk id="39" creationId="{897AF3BC-C0B0-DA97-F468-CF11FF2DA3DA}"/>
          </ac:spMkLst>
        </pc:spChg>
        <pc:graphicFrameChg chg="add mod">
          <ac:chgData name="Viviane Nascimento" userId="796ce8924561144a" providerId="LiveId" clId="{CA03A259-0C9F-4B73-97FA-2AA10E695F42}" dt="2025-12-10T12:16:30.897" v="2641"/>
          <ac:graphicFrameMkLst>
            <pc:docMk/>
            <pc:sldMk cId="3553972061" sldId="3053"/>
            <ac:graphicFrameMk id="2" creationId="{CE6410AC-79A9-566A-4011-A17E88529D99}"/>
          </ac:graphicFrameMkLst>
        </pc:graphicFrameChg>
        <pc:picChg chg="add del mod">
          <ac:chgData name="Viviane Nascimento" userId="796ce8924561144a" providerId="LiveId" clId="{CA03A259-0C9F-4B73-97FA-2AA10E695F42}" dt="2025-12-10T12:25:33.540" v="2700" actId="478"/>
          <ac:picMkLst>
            <pc:docMk/>
            <pc:sldMk cId="3553972061" sldId="3053"/>
            <ac:picMk id="5" creationId="{579A320C-4C33-CF63-AF74-CCFA4CB6E3D2}"/>
          </ac:picMkLst>
        </pc:picChg>
        <pc:picChg chg="add del">
          <ac:chgData name="Viviane Nascimento" userId="796ce8924561144a" providerId="LiveId" clId="{CA03A259-0C9F-4B73-97FA-2AA10E695F42}" dt="2025-12-10T12:25:49.865" v="2702" actId="478"/>
          <ac:picMkLst>
            <pc:docMk/>
            <pc:sldMk cId="3553972061" sldId="3053"/>
            <ac:picMk id="6" creationId="{3E2AF84E-4446-70CA-1D7F-07DC2509D901}"/>
          </ac:picMkLst>
        </pc:picChg>
        <pc:picChg chg="add del mod">
          <ac:chgData name="Viviane Nascimento" userId="796ce8924561144a" providerId="LiveId" clId="{CA03A259-0C9F-4B73-97FA-2AA10E695F42}" dt="2025-12-10T15:02:17.691" v="3326" actId="478"/>
          <ac:picMkLst>
            <pc:docMk/>
            <pc:sldMk cId="3553972061" sldId="3053"/>
            <ac:picMk id="7" creationId="{4C01D4AD-CFF1-5F5A-12D5-BF8363971802}"/>
          </ac:picMkLst>
        </pc:picChg>
        <pc:picChg chg="add del mod">
          <ac:chgData name="Viviane Nascimento" userId="796ce8924561144a" providerId="LiveId" clId="{CA03A259-0C9F-4B73-97FA-2AA10E695F42}" dt="2025-12-10T15:02:27.067" v="3331" actId="478"/>
          <ac:picMkLst>
            <pc:docMk/>
            <pc:sldMk cId="3553972061" sldId="3053"/>
            <ac:picMk id="9" creationId="{0CC4FD71-7C0A-BE32-4AD3-AE8C62FA5A04}"/>
          </ac:picMkLst>
        </pc:picChg>
        <pc:picChg chg="add mod">
          <ac:chgData name="Viviane Nascimento" userId="796ce8924561144a" providerId="LiveId" clId="{CA03A259-0C9F-4B73-97FA-2AA10E695F42}" dt="2025-12-10T15:20:04.223" v="3375" actId="1076"/>
          <ac:picMkLst>
            <pc:docMk/>
            <pc:sldMk cId="3553972061" sldId="3053"/>
            <ac:picMk id="10" creationId="{B86B9E2D-6EF5-CE11-7B76-A90C4E306571}"/>
          </ac:picMkLst>
        </pc:picChg>
      </pc:sldChg>
      <pc:sldChg chg="new del">
        <pc:chgData name="Viviane Nascimento" userId="796ce8924561144a" providerId="LiveId" clId="{CA03A259-0C9F-4B73-97FA-2AA10E695F42}" dt="2025-12-10T13:35:27.550" v="3190" actId="47"/>
        <pc:sldMkLst>
          <pc:docMk/>
          <pc:sldMk cId="957542592" sldId="3054"/>
        </pc:sldMkLst>
      </pc:sldChg>
      <pc:sldChg chg="addSp delSp modSp add mod ord modNotesTx">
        <pc:chgData name="Viviane Nascimento" userId="796ce8924561144a" providerId="LiveId" clId="{CA03A259-0C9F-4B73-97FA-2AA10E695F42}" dt="2025-12-10T15:28:55.925" v="3516"/>
        <pc:sldMkLst>
          <pc:docMk/>
          <pc:sldMk cId="1296637133" sldId="3055"/>
        </pc:sldMkLst>
        <pc:spChg chg="mod">
          <ac:chgData name="Viviane Nascimento" userId="796ce8924561144a" providerId="LiveId" clId="{CA03A259-0C9F-4B73-97FA-2AA10E695F42}" dt="2025-12-10T12:43:10.469" v="2852" actId="20577"/>
          <ac:spMkLst>
            <pc:docMk/>
            <pc:sldMk cId="1296637133" sldId="3055"/>
            <ac:spMk id="39" creationId="{64695A77-8806-D68B-1999-0272FADCBE03}"/>
          </ac:spMkLst>
        </pc:spChg>
        <pc:picChg chg="add del mod">
          <ac:chgData name="Viviane Nascimento" userId="796ce8924561144a" providerId="LiveId" clId="{CA03A259-0C9F-4B73-97FA-2AA10E695F42}" dt="2025-12-10T12:57:50.060" v="2936" actId="478"/>
          <ac:picMkLst>
            <pc:docMk/>
            <pc:sldMk cId="1296637133" sldId="3055"/>
            <ac:picMk id="2" creationId="{4635D370-A312-3F50-9CA1-363E8A5C2080}"/>
          </ac:picMkLst>
        </pc:picChg>
        <pc:picChg chg="add del">
          <ac:chgData name="Viviane Nascimento" userId="796ce8924561144a" providerId="LiveId" clId="{CA03A259-0C9F-4B73-97FA-2AA10E695F42}" dt="2025-12-10T12:57:56.913" v="2938" actId="478"/>
          <ac:picMkLst>
            <pc:docMk/>
            <pc:sldMk cId="1296637133" sldId="3055"/>
            <ac:picMk id="4" creationId="{73D285C4-0C70-5896-AF2A-18CA2BB62B4D}"/>
          </ac:picMkLst>
        </pc:picChg>
        <pc:picChg chg="add del mod">
          <ac:chgData name="Viviane Nascimento" userId="796ce8924561144a" providerId="LiveId" clId="{CA03A259-0C9F-4B73-97FA-2AA10E695F42}" dt="2025-12-10T12:58:50.645" v="2941" actId="478"/>
          <ac:picMkLst>
            <pc:docMk/>
            <pc:sldMk cId="1296637133" sldId="3055"/>
            <ac:picMk id="5" creationId="{0A9257F2-57D8-05EB-4323-49ECA828A82D}"/>
          </ac:picMkLst>
        </pc:picChg>
        <pc:picChg chg="add del mod">
          <ac:chgData name="Viviane Nascimento" userId="796ce8924561144a" providerId="LiveId" clId="{CA03A259-0C9F-4B73-97FA-2AA10E695F42}" dt="2025-12-10T12:58:57.207" v="2944" actId="478"/>
          <ac:picMkLst>
            <pc:docMk/>
            <pc:sldMk cId="1296637133" sldId="3055"/>
            <ac:picMk id="6" creationId="{34961FD0-6153-39E7-A693-00F204424F7A}"/>
          </ac:picMkLst>
        </pc:picChg>
        <pc:picChg chg="add mod">
          <ac:chgData name="Viviane Nascimento" userId="796ce8924561144a" providerId="LiveId" clId="{CA03A259-0C9F-4B73-97FA-2AA10E695F42}" dt="2025-12-10T12:59:15.173" v="2946" actId="1076"/>
          <ac:picMkLst>
            <pc:docMk/>
            <pc:sldMk cId="1296637133" sldId="3055"/>
            <ac:picMk id="7" creationId="{D1B15148-894C-98A1-69A7-DA17DFD2FA77}"/>
          </ac:picMkLst>
        </pc:picChg>
        <pc:picChg chg="del mod">
          <ac:chgData name="Viviane Nascimento" userId="796ce8924561144a" providerId="LiveId" clId="{CA03A259-0C9F-4B73-97FA-2AA10E695F42}" dt="2025-12-10T12:43:16.847" v="2854" actId="478"/>
          <ac:picMkLst>
            <pc:docMk/>
            <pc:sldMk cId="1296637133" sldId="3055"/>
            <ac:picMk id="8" creationId="{694EB3C6-2E28-AE48-8087-6E7BD41F5518}"/>
          </ac:picMkLst>
        </pc:picChg>
      </pc:sldChg>
      <pc:sldChg chg="addSp delSp modSp add mod">
        <pc:chgData name="Viviane Nascimento" userId="796ce8924561144a" providerId="LiveId" clId="{CA03A259-0C9F-4B73-97FA-2AA10E695F42}" dt="2025-12-10T12:48:24.652" v="2898" actId="1076"/>
        <pc:sldMkLst>
          <pc:docMk/>
          <pc:sldMk cId="3299337227" sldId="3056"/>
        </pc:sldMkLst>
        <pc:spChg chg="mod">
          <ac:chgData name="Viviane Nascimento" userId="796ce8924561144a" providerId="LiveId" clId="{CA03A259-0C9F-4B73-97FA-2AA10E695F42}" dt="2025-12-10T12:48:19.534" v="2897" actId="20577"/>
          <ac:spMkLst>
            <pc:docMk/>
            <pc:sldMk cId="3299337227" sldId="3056"/>
            <ac:spMk id="39" creationId="{E768EE38-BD2C-2E70-5159-5A8B237E09A4}"/>
          </ac:spMkLst>
        </pc:spChg>
        <pc:picChg chg="add del mod">
          <ac:chgData name="Viviane Nascimento" userId="796ce8924561144a" providerId="LiveId" clId="{CA03A259-0C9F-4B73-97FA-2AA10E695F42}" dt="2025-12-10T12:47:38.385" v="2876" actId="478"/>
          <ac:picMkLst>
            <pc:docMk/>
            <pc:sldMk cId="3299337227" sldId="3056"/>
            <ac:picMk id="2" creationId="{3BDE4803-EBA6-9939-0A7B-046022675D30}"/>
          </ac:picMkLst>
        </pc:picChg>
        <pc:picChg chg="add del">
          <ac:chgData name="Viviane Nascimento" userId="796ce8924561144a" providerId="LiveId" clId="{CA03A259-0C9F-4B73-97FA-2AA10E695F42}" dt="2025-12-10T12:47:44.592" v="2878" actId="478"/>
          <ac:picMkLst>
            <pc:docMk/>
            <pc:sldMk cId="3299337227" sldId="3056"/>
            <ac:picMk id="4" creationId="{ADF34F1E-C890-D0AD-0EE8-34385C609ED3}"/>
          </ac:picMkLst>
        </pc:picChg>
        <pc:picChg chg="add mod">
          <ac:chgData name="Viviane Nascimento" userId="796ce8924561144a" providerId="LiveId" clId="{CA03A259-0C9F-4B73-97FA-2AA10E695F42}" dt="2025-12-10T12:48:24.652" v="2898" actId="1076"/>
          <ac:picMkLst>
            <pc:docMk/>
            <pc:sldMk cId="3299337227" sldId="3056"/>
            <ac:picMk id="5" creationId="{6C7BAE33-80DC-F86A-8D6E-CE4191225342}"/>
          </ac:picMkLst>
        </pc:picChg>
        <pc:picChg chg="del">
          <ac:chgData name="Viviane Nascimento" userId="796ce8924561144a" providerId="LiveId" clId="{CA03A259-0C9F-4B73-97FA-2AA10E695F42}" dt="2025-12-10T12:45:48.405" v="2864" actId="478"/>
          <ac:picMkLst>
            <pc:docMk/>
            <pc:sldMk cId="3299337227" sldId="3056"/>
            <ac:picMk id="9" creationId="{2575ED36-AF51-F2B2-150F-BEE05686EA22}"/>
          </ac:picMkLst>
        </pc:picChg>
      </pc:sldChg>
      <pc:sldChg chg="addSp delSp modSp add mod">
        <pc:chgData name="Viviane Nascimento" userId="796ce8924561144a" providerId="LiveId" clId="{CA03A259-0C9F-4B73-97FA-2AA10E695F42}" dt="2025-12-10T12:50:24.694" v="2918" actId="20577"/>
        <pc:sldMkLst>
          <pc:docMk/>
          <pc:sldMk cId="3167365363" sldId="3057"/>
        </pc:sldMkLst>
        <pc:spChg chg="mod">
          <ac:chgData name="Viviane Nascimento" userId="796ce8924561144a" providerId="LiveId" clId="{CA03A259-0C9F-4B73-97FA-2AA10E695F42}" dt="2025-12-10T12:50:24.694" v="2918" actId="20577"/>
          <ac:spMkLst>
            <pc:docMk/>
            <pc:sldMk cId="3167365363" sldId="3057"/>
            <ac:spMk id="39" creationId="{96B45BAA-C2AD-B0B0-EFA1-21ACAC33EC24}"/>
          </ac:spMkLst>
        </pc:spChg>
        <pc:picChg chg="del">
          <ac:chgData name="Viviane Nascimento" userId="796ce8924561144a" providerId="LiveId" clId="{CA03A259-0C9F-4B73-97FA-2AA10E695F42}" dt="2025-12-10T12:46:24.099" v="2867" actId="478"/>
          <ac:picMkLst>
            <pc:docMk/>
            <pc:sldMk cId="3167365363" sldId="3057"/>
            <ac:picMk id="2" creationId="{698FB550-C196-E8B1-266A-095D1E517D61}"/>
          </ac:picMkLst>
        </pc:picChg>
        <pc:picChg chg="add del mod">
          <ac:chgData name="Viviane Nascimento" userId="796ce8924561144a" providerId="LiveId" clId="{CA03A259-0C9F-4B73-97FA-2AA10E695F42}" dt="2025-12-10T12:50:09.083" v="2899" actId="478"/>
          <ac:picMkLst>
            <pc:docMk/>
            <pc:sldMk cId="3167365363" sldId="3057"/>
            <ac:picMk id="4" creationId="{CD0F9508-3B58-CCEE-B531-76239B6B932F}"/>
          </ac:picMkLst>
        </pc:picChg>
        <pc:picChg chg="add mod">
          <ac:chgData name="Viviane Nascimento" userId="796ce8924561144a" providerId="LiveId" clId="{CA03A259-0C9F-4B73-97FA-2AA10E695F42}" dt="2025-12-10T12:50:19.008" v="2904" actId="1076"/>
          <ac:picMkLst>
            <pc:docMk/>
            <pc:sldMk cId="3167365363" sldId="3057"/>
            <ac:picMk id="5" creationId="{814EA0EE-76FA-D151-E419-A342307B4C6B}"/>
          </ac:picMkLst>
        </pc:picChg>
      </pc:sldChg>
      <pc:sldChg chg="addSp delSp modSp add del mod">
        <pc:chgData name="Viviane Nascimento" userId="796ce8924561144a" providerId="LiveId" clId="{CA03A259-0C9F-4B73-97FA-2AA10E695F42}" dt="2025-12-10T13:22:14.005" v="3036" actId="1076"/>
        <pc:sldMkLst>
          <pc:docMk/>
          <pc:sldMk cId="846208015" sldId="3058"/>
        </pc:sldMkLst>
        <pc:picChg chg="add del mod">
          <ac:chgData name="Viviane Nascimento" userId="796ce8924561144a" providerId="LiveId" clId="{CA03A259-0C9F-4B73-97FA-2AA10E695F42}" dt="2025-12-10T12:55:21.944" v="2929" actId="478"/>
          <ac:picMkLst>
            <pc:docMk/>
            <pc:sldMk cId="846208015" sldId="3058"/>
            <ac:picMk id="2" creationId="{2FCF8480-0397-F80D-8A29-FE31443C9AF3}"/>
          </ac:picMkLst>
        </pc:picChg>
        <pc:picChg chg="add del mod">
          <ac:chgData name="Viviane Nascimento" userId="796ce8924561144a" providerId="LiveId" clId="{CA03A259-0C9F-4B73-97FA-2AA10E695F42}" dt="2025-12-10T13:15:54.650" v="2993" actId="478"/>
          <ac:picMkLst>
            <pc:docMk/>
            <pc:sldMk cId="846208015" sldId="3058"/>
            <ac:picMk id="4" creationId="{87602326-6D29-D1DC-EE05-0E9387D71E75}"/>
          </ac:picMkLst>
        </pc:picChg>
        <pc:picChg chg="add del">
          <ac:chgData name="Viviane Nascimento" userId="796ce8924561144a" providerId="LiveId" clId="{CA03A259-0C9F-4B73-97FA-2AA10E695F42}" dt="2025-12-10T13:16:12.932" v="2995" actId="478"/>
          <ac:picMkLst>
            <pc:docMk/>
            <pc:sldMk cId="846208015" sldId="3058"/>
            <ac:picMk id="5" creationId="{32A2E5BD-173D-6FDA-6D19-70FEB00E44D3}"/>
          </ac:picMkLst>
        </pc:picChg>
        <pc:picChg chg="add del mod">
          <ac:chgData name="Viviane Nascimento" userId="796ce8924561144a" providerId="LiveId" clId="{CA03A259-0C9F-4B73-97FA-2AA10E695F42}" dt="2025-12-10T13:16:33.603" v="3000" actId="478"/>
          <ac:picMkLst>
            <pc:docMk/>
            <pc:sldMk cId="846208015" sldId="3058"/>
            <ac:picMk id="6" creationId="{08EEB461-C869-4319-61F3-3E11D0BAC6E5}"/>
          </ac:picMkLst>
        </pc:picChg>
        <pc:picChg chg="add del mod">
          <ac:chgData name="Viviane Nascimento" userId="796ce8924561144a" providerId="LiveId" clId="{CA03A259-0C9F-4B73-97FA-2AA10E695F42}" dt="2025-12-10T13:17:13.613" v="3008" actId="478"/>
          <ac:picMkLst>
            <pc:docMk/>
            <pc:sldMk cId="846208015" sldId="3058"/>
            <ac:picMk id="7" creationId="{6D79C8DA-0C0E-1F77-4593-B515B0B9B549}"/>
          </ac:picMkLst>
        </pc:picChg>
        <pc:picChg chg="add del mod">
          <ac:chgData name="Viviane Nascimento" userId="796ce8924561144a" providerId="LiveId" clId="{CA03A259-0C9F-4B73-97FA-2AA10E695F42}" dt="2025-12-10T13:20:52.953" v="3022" actId="478"/>
          <ac:picMkLst>
            <pc:docMk/>
            <pc:sldMk cId="846208015" sldId="3058"/>
            <ac:picMk id="8" creationId="{63FBCD09-AE87-B317-3965-AB33FF161C3D}"/>
          </ac:picMkLst>
        </pc:picChg>
        <pc:picChg chg="add del mod">
          <ac:chgData name="Viviane Nascimento" userId="796ce8924561144a" providerId="LiveId" clId="{CA03A259-0C9F-4B73-97FA-2AA10E695F42}" dt="2025-12-10T13:21:15.031" v="3025" actId="478"/>
          <ac:picMkLst>
            <pc:docMk/>
            <pc:sldMk cId="846208015" sldId="3058"/>
            <ac:picMk id="9" creationId="{58B29725-7BE3-3880-DC4A-7207828D0C91}"/>
          </ac:picMkLst>
        </pc:picChg>
        <pc:picChg chg="del">
          <ac:chgData name="Viviane Nascimento" userId="796ce8924561144a" providerId="LiveId" clId="{CA03A259-0C9F-4B73-97FA-2AA10E695F42}" dt="2025-12-10T12:55:12.384" v="2924" actId="478"/>
          <ac:picMkLst>
            <pc:docMk/>
            <pc:sldMk cId="846208015" sldId="3058"/>
            <ac:picMk id="10" creationId="{10ABAC1E-CDBC-84D9-6CF2-AAADBF23C04E}"/>
          </ac:picMkLst>
        </pc:picChg>
        <pc:picChg chg="add del mod">
          <ac:chgData name="Viviane Nascimento" userId="796ce8924561144a" providerId="LiveId" clId="{CA03A259-0C9F-4B73-97FA-2AA10E695F42}" dt="2025-12-10T13:22:04.471" v="3031" actId="478"/>
          <ac:picMkLst>
            <pc:docMk/>
            <pc:sldMk cId="846208015" sldId="3058"/>
            <ac:picMk id="11" creationId="{9066E6A6-A63C-276D-5127-9C91C09B57B7}"/>
          </ac:picMkLst>
        </pc:picChg>
        <pc:picChg chg="add mod">
          <ac:chgData name="Viviane Nascimento" userId="796ce8924561144a" providerId="LiveId" clId="{CA03A259-0C9F-4B73-97FA-2AA10E695F42}" dt="2025-12-10T13:22:14.005" v="3036" actId="1076"/>
          <ac:picMkLst>
            <pc:docMk/>
            <pc:sldMk cId="846208015" sldId="3058"/>
            <ac:picMk id="12" creationId="{EDA6AC62-B080-6FCD-1362-C720BD0D0FE4}"/>
          </ac:picMkLst>
        </pc:picChg>
      </pc:sldChg>
      <pc:sldChg chg="addSp delSp modSp add mod ord modNotesTx">
        <pc:chgData name="Viviane Nascimento" userId="796ce8924561144a" providerId="LiveId" clId="{CA03A259-0C9F-4B73-97FA-2AA10E695F42}" dt="2025-12-10T15:19:27.116" v="3371"/>
        <pc:sldMkLst>
          <pc:docMk/>
          <pc:sldMk cId="571737430" sldId="3059"/>
        </pc:sldMkLst>
        <pc:spChg chg="mod">
          <ac:chgData name="Viviane Nascimento" userId="796ce8924561144a" providerId="LiveId" clId="{CA03A259-0C9F-4B73-97FA-2AA10E695F42}" dt="2025-12-10T13:42:56.973" v="3215" actId="20577"/>
          <ac:spMkLst>
            <pc:docMk/>
            <pc:sldMk cId="571737430" sldId="3059"/>
            <ac:spMk id="39" creationId="{AEFA2A81-52BE-920D-CF2F-8A30DD138BB7}"/>
          </ac:spMkLst>
        </pc:spChg>
        <pc:picChg chg="add mod">
          <ac:chgData name="Viviane Nascimento" userId="796ce8924561144a" providerId="LiveId" clId="{CA03A259-0C9F-4B73-97FA-2AA10E695F42}" dt="2025-12-10T13:43:33.664" v="3220" actId="1076"/>
          <ac:picMkLst>
            <pc:docMk/>
            <pc:sldMk cId="571737430" sldId="3059"/>
            <ac:picMk id="2" creationId="{B7C7DB5C-81D2-97E0-C7DA-AB8819F82C36}"/>
          </ac:picMkLst>
        </pc:picChg>
        <pc:picChg chg="del">
          <ac:chgData name="Viviane Nascimento" userId="796ce8924561144a" providerId="LiveId" clId="{CA03A259-0C9F-4B73-97FA-2AA10E695F42}" dt="2025-12-10T13:42:28.824" v="3195" actId="478"/>
          <ac:picMkLst>
            <pc:docMk/>
            <pc:sldMk cId="571737430" sldId="3059"/>
            <ac:picMk id="7" creationId="{9F2154EE-DCB3-6E10-4F3F-97E8FF088146}"/>
          </ac:picMkLst>
        </pc:picChg>
      </pc:sldChg>
      <pc:sldChg chg="add del">
        <pc:chgData name="Viviane Nascimento" userId="796ce8924561144a" providerId="LiveId" clId="{CA03A259-0C9F-4B73-97FA-2AA10E695F42}" dt="2025-12-10T13:15:52.392" v="2992" actId="47"/>
        <pc:sldMkLst>
          <pc:docMk/>
          <pc:sldMk cId="4154036371" sldId="3059"/>
        </pc:sldMkLst>
      </pc:sldChg>
      <pc:sldChg chg="addSp delSp modSp add mod modNotesTx">
        <pc:chgData name="Viviane Nascimento" userId="796ce8924561144a" providerId="LiveId" clId="{CA03A259-0C9F-4B73-97FA-2AA10E695F42}" dt="2025-12-10T15:15:51.872" v="3342" actId="1076"/>
        <pc:sldMkLst>
          <pc:docMk/>
          <pc:sldMk cId="4089756523" sldId="3060"/>
        </pc:sldMkLst>
        <pc:spChg chg="mod">
          <ac:chgData name="Viviane Nascimento" userId="796ce8924561144a" providerId="LiveId" clId="{CA03A259-0C9F-4B73-97FA-2AA10E695F42}" dt="2025-12-10T13:54:46.145" v="3279" actId="20577"/>
          <ac:spMkLst>
            <pc:docMk/>
            <pc:sldMk cId="4089756523" sldId="3060"/>
            <ac:spMk id="39" creationId="{865717B5-8FF6-5D9D-FDCF-A449FE593471}"/>
          </ac:spMkLst>
        </pc:spChg>
        <pc:picChg chg="del mod">
          <ac:chgData name="Viviane Nascimento" userId="796ce8924561144a" providerId="LiveId" clId="{CA03A259-0C9F-4B73-97FA-2AA10E695F42}" dt="2025-12-10T13:50:35.598" v="3235" actId="478"/>
          <ac:picMkLst>
            <pc:docMk/>
            <pc:sldMk cId="4089756523" sldId="3060"/>
            <ac:picMk id="2" creationId="{7CB24563-3C8D-CE46-D9E8-339F94BEC33D}"/>
          </ac:picMkLst>
        </pc:picChg>
        <pc:picChg chg="add del mod">
          <ac:chgData name="Viviane Nascimento" userId="796ce8924561144a" providerId="LiveId" clId="{CA03A259-0C9F-4B73-97FA-2AA10E695F42}" dt="2025-12-10T13:54:07.937" v="3243" actId="478"/>
          <ac:picMkLst>
            <pc:docMk/>
            <pc:sldMk cId="4089756523" sldId="3060"/>
            <ac:picMk id="4" creationId="{ADDF7DBE-82DD-924E-5C0C-9ED18CB49B19}"/>
          </ac:picMkLst>
        </pc:picChg>
        <pc:picChg chg="add del mod">
          <ac:chgData name="Viviane Nascimento" userId="796ce8924561144a" providerId="LiveId" clId="{CA03A259-0C9F-4B73-97FA-2AA10E695F42}" dt="2025-12-10T13:54:12.499" v="3246" actId="478"/>
          <ac:picMkLst>
            <pc:docMk/>
            <pc:sldMk cId="4089756523" sldId="3060"/>
            <ac:picMk id="5" creationId="{3B58F6C6-C390-2093-FCC4-0BC6DADD76F4}"/>
          </ac:picMkLst>
        </pc:picChg>
        <pc:picChg chg="add del mod">
          <ac:chgData name="Viviane Nascimento" userId="796ce8924561144a" providerId="LiveId" clId="{CA03A259-0C9F-4B73-97FA-2AA10E695F42}" dt="2025-12-10T15:15:39.329" v="3336" actId="478"/>
          <ac:picMkLst>
            <pc:docMk/>
            <pc:sldMk cId="4089756523" sldId="3060"/>
            <ac:picMk id="6" creationId="{697417C0-02A2-63F4-1A17-E9D8446CAACC}"/>
          </ac:picMkLst>
        </pc:picChg>
        <pc:picChg chg="add mod">
          <ac:chgData name="Viviane Nascimento" userId="796ce8924561144a" providerId="LiveId" clId="{CA03A259-0C9F-4B73-97FA-2AA10E695F42}" dt="2025-12-10T15:15:51.872" v="3342" actId="1076"/>
          <ac:picMkLst>
            <pc:docMk/>
            <pc:sldMk cId="4089756523" sldId="3060"/>
            <ac:picMk id="7" creationId="{99794F98-C9DE-825C-9534-62D1E7A7D39A}"/>
          </ac:picMkLst>
        </pc:picChg>
      </pc:sldChg>
      <pc:sldChg chg="add del">
        <pc:chgData name="Viviane Nascimento" userId="796ce8924561144a" providerId="LiveId" clId="{CA03A259-0C9F-4B73-97FA-2AA10E695F42}" dt="2025-12-10T13:54:32.409" v="3251" actId="47"/>
        <pc:sldMkLst>
          <pc:docMk/>
          <pc:sldMk cId="3103337541" sldId="3061"/>
        </pc:sldMkLst>
      </pc:sldChg>
      <pc:sldChg chg="addSp delSp modSp add mod">
        <pc:chgData name="Viviane Nascimento" userId="796ce8924561144a" providerId="LiveId" clId="{CA03A259-0C9F-4B73-97FA-2AA10E695F42}" dt="2025-12-10T15:17:48.422" v="3352" actId="1076"/>
        <pc:sldMkLst>
          <pc:docMk/>
          <pc:sldMk cId="4078238765" sldId="3061"/>
        </pc:sldMkLst>
        <pc:spChg chg="mod">
          <ac:chgData name="Viviane Nascimento" userId="796ce8924561144a" providerId="LiveId" clId="{CA03A259-0C9F-4B73-97FA-2AA10E695F42}" dt="2025-12-10T13:54:54.558" v="3316" actId="20577"/>
          <ac:spMkLst>
            <pc:docMk/>
            <pc:sldMk cId="4078238765" sldId="3061"/>
            <ac:spMk id="39" creationId="{8FBACBDB-CA00-4BDA-B9E7-94C99ABD3911}"/>
          </ac:spMkLst>
        </pc:spChg>
        <pc:picChg chg="add del mod">
          <ac:chgData name="Viviane Nascimento" userId="796ce8924561144a" providerId="LiveId" clId="{CA03A259-0C9F-4B73-97FA-2AA10E695F42}" dt="2025-12-10T15:16:13.793" v="3346" actId="478"/>
          <ac:picMkLst>
            <pc:docMk/>
            <pc:sldMk cId="4078238765" sldId="3061"/>
            <ac:picMk id="2" creationId="{ED6C2C6B-C155-B596-C749-6CEBF9FD27D0}"/>
          </ac:picMkLst>
        </pc:picChg>
        <pc:picChg chg="add del">
          <ac:chgData name="Viviane Nascimento" userId="796ce8924561144a" providerId="LiveId" clId="{CA03A259-0C9F-4B73-97FA-2AA10E695F42}" dt="2025-12-10T15:16:55.600" v="3348" actId="478"/>
          <ac:picMkLst>
            <pc:docMk/>
            <pc:sldMk cId="4078238765" sldId="3061"/>
            <ac:picMk id="4" creationId="{396F6FBE-584B-A9CB-9FC6-2510A062D193}"/>
          </ac:picMkLst>
        </pc:picChg>
        <pc:picChg chg="add mod">
          <ac:chgData name="Viviane Nascimento" userId="796ce8924561144a" providerId="LiveId" clId="{CA03A259-0C9F-4B73-97FA-2AA10E695F42}" dt="2025-12-10T15:17:48.422" v="3352" actId="1076"/>
          <ac:picMkLst>
            <pc:docMk/>
            <pc:sldMk cId="4078238765" sldId="3061"/>
            <ac:picMk id="5" creationId="{9C13E565-9355-A699-90A7-6ED98FCAA674}"/>
          </ac:picMkLst>
        </pc:picChg>
        <pc:picChg chg="del">
          <ac:chgData name="Viviane Nascimento" userId="796ce8924561144a" providerId="LiveId" clId="{CA03A259-0C9F-4B73-97FA-2AA10E695F42}" dt="2025-12-10T15:15:57.143" v="3343" actId="478"/>
          <ac:picMkLst>
            <pc:docMk/>
            <pc:sldMk cId="4078238765" sldId="3061"/>
            <ac:picMk id="6" creationId="{68393FC0-8509-397F-458C-95080991EBFA}"/>
          </ac:picMkLst>
        </pc:picChg>
      </pc:sldChg>
    </pc:docChg>
  </pc:docChgLst>
  <pc:docChgLst>
    <pc:chgData name="Viviane Gonçalves Porto Nascimento (SEPLAG)" userId="S::m752868@ca.mg.gov.br::8a9e512c-6eec-4499-8f6e-67c78fab64ad" providerId="AD" clId="Web-{E55F0591-3034-4899-10F3-7D78738B78DF}"/>
    <pc:docChg chg="modSld">
      <pc:chgData name="Viviane Gonçalves Porto Nascimento (SEPLAG)" userId="S::m752868@ca.mg.gov.br::8a9e512c-6eec-4499-8f6e-67c78fab64ad" providerId="AD" clId="Web-{E55F0591-3034-4899-10F3-7D78738B78DF}" dt="2025-12-10T21:24:44.225" v="12" actId="20577"/>
      <pc:docMkLst>
        <pc:docMk/>
      </pc:docMkLst>
      <pc:sldChg chg="modSp">
        <pc:chgData name="Viviane Gonçalves Porto Nascimento (SEPLAG)" userId="S::m752868@ca.mg.gov.br::8a9e512c-6eec-4499-8f6e-67c78fab64ad" providerId="AD" clId="Web-{E55F0591-3034-4899-10F3-7D78738B78DF}" dt="2025-12-10T21:24:02.818" v="1" actId="20577"/>
        <pc:sldMkLst>
          <pc:docMk/>
          <pc:sldMk cId="2940595035" sldId="3040"/>
        </pc:sldMkLst>
        <pc:spChg chg="mod">
          <ac:chgData name="Viviane Gonçalves Porto Nascimento (SEPLAG)" userId="S::m752868@ca.mg.gov.br::8a9e512c-6eec-4499-8f6e-67c78fab64ad" providerId="AD" clId="Web-{E55F0591-3034-4899-10F3-7D78738B78DF}" dt="2025-12-10T21:24:02.818" v="1" actId="20577"/>
          <ac:spMkLst>
            <pc:docMk/>
            <pc:sldMk cId="2940595035" sldId="3040"/>
            <ac:spMk id="4" creationId="{16EC7D96-418B-4C70-DA94-61D29C872F4C}"/>
          </ac:spMkLst>
        </pc:spChg>
      </pc:sldChg>
      <pc:sldChg chg="modSp">
        <pc:chgData name="Viviane Gonçalves Porto Nascimento (SEPLAG)" userId="S::m752868@ca.mg.gov.br::8a9e512c-6eec-4499-8f6e-67c78fab64ad" providerId="AD" clId="Web-{E55F0591-3034-4899-10F3-7D78738B78DF}" dt="2025-12-10T21:24:44.225" v="12" actId="20577"/>
        <pc:sldMkLst>
          <pc:docMk/>
          <pc:sldMk cId="3553972061" sldId="3053"/>
        </pc:sldMkLst>
        <pc:spChg chg="mod">
          <ac:chgData name="Viviane Gonçalves Porto Nascimento (SEPLAG)" userId="S::m752868@ca.mg.gov.br::8a9e512c-6eec-4499-8f6e-67c78fab64ad" providerId="AD" clId="Web-{E55F0591-3034-4899-10F3-7D78738B78DF}" dt="2025-12-10T21:24:44.225" v="12" actId="20577"/>
          <ac:spMkLst>
            <pc:docMk/>
            <pc:sldMk cId="3553972061" sldId="3053"/>
            <ac:spMk id="39" creationId="{897AF3BC-C0B0-DA97-F468-CF11FF2DA3DA}"/>
          </ac:spMkLst>
        </pc:spChg>
      </pc:sldChg>
    </pc:docChg>
  </pc:docChgLst>
  <pc:docChgLst>
    <pc:chgData name="Viviane Gonçalves Porto Nascimento (SEPLAG)" userId="S::m752868@ca.mg.gov.br::8a9e512c-6eec-4499-8f6e-67c78fab64ad" providerId="AD" clId="Web-{C75E5FAB-B265-B61B-F06A-3F501E0F4C85}"/>
    <pc:docChg chg="addSld delSld modSld">
      <pc:chgData name="Viviane Gonçalves Porto Nascimento (SEPLAG)" userId="S::m752868@ca.mg.gov.br::8a9e512c-6eec-4499-8f6e-67c78fab64ad" providerId="AD" clId="Web-{C75E5FAB-B265-B61B-F06A-3F501E0F4C85}" dt="2025-12-10T21:12:53.081" v="443" actId="20577"/>
      <pc:docMkLst>
        <pc:docMk/>
      </pc:docMkLst>
      <pc:sldChg chg="del">
        <pc:chgData name="Viviane Gonçalves Porto Nascimento (SEPLAG)" userId="S::m752868@ca.mg.gov.br::8a9e512c-6eec-4499-8f6e-67c78fab64ad" providerId="AD" clId="Web-{C75E5FAB-B265-B61B-F06A-3F501E0F4C85}" dt="2025-12-10T21:04:14.576" v="0"/>
        <pc:sldMkLst>
          <pc:docMk/>
          <pc:sldMk cId="3769248028" sldId="3027"/>
        </pc:sldMkLst>
      </pc:sldChg>
      <pc:sldChg chg="modSp">
        <pc:chgData name="Viviane Gonçalves Porto Nascimento (SEPLAG)" userId="S::m752868@ca.mg.gov.br::8a9e512c-6eec-4499-8f6e-67c78fab64ad" providerId="AD" clId="Web-{C75E5FAB-B265-B61B-F06A-3F501E0F4C85}" dt="2025-12-10T21:12:28.174" v="432" actId="20577"/>
        <pc:sldMkLst>
          <pc:docMk/>
          <pc:sldMk cId="2940595035" sldId="3040"/>
        </pc:sldMkLst>
        <pc:spChg chg="mod">
          <ac:chgData name="Viviane Gonçalves Porto Nascimento (SEPLAG)" userId="S::m752868@ca.mg.gov.br::8a9e512c-6eec-4499-8f6e-67c78fab64ad" providerId="AD" clId="Web-{C75E5FAB-B265-B61B-F06A-3F501E0F4C85}" dt="2025-12-10T21:12:28.174" v="432" actId="20577"/>
          <ac:spMkLst>
            <pc:docMk/>
            <pc:sldMk cId="2940595035" sldId="3040"/>
            <ac:spMk id="4" creationId="{16EC7D96-418B-4C70-DA94-61D29C872F4C}"/>
          </ac:spMkLst>
        </pc:spChg>
      </pc:sldChg>
      <pc:sldChg chg="del">
        <pc:chgData name="Viviane Gonçalves Porto Nascimento (SEPLAG)" userId="S::m752868@ca.mg.gov.br::8a9e512c-6eec-4499-8f6e-67c78fab64ad" providerId="AD" clId="Web-{C75E5FAB-B265-B61B-F06A-3F501E0F4C85}" dt="2025-12-10T21:12:33.627" v="433"/>
        <pc:sldMkLst>
          <pc:docMk/>
          <pc:sldMk cId="2342464516" sldId="3049"/>
        </pc:sldMkLst>
      </pc:sldChg>
      <pc:sldChg chg="del">
        <pc:chgData name="Viviane Gonçalves Porto Nascimento (SEPLAG)" userId="S::m752868@ca.mg.gov.br::8a9e512c-6eec-4499-8f6e-67c78fab64ad" providerId="AD" clId="Web-{C75E5FAB-B265-B61B-F06A-3F501E0F4C85}" dt="2025-12-10T21:05:20.623" v="76"/>
        <pc:sldMkLst>
          <pc:docMk/>
          <pc:sldMk cId="2077770027" sldId="3050"/>
        </pc:sldMkLst>
      </pc:sldChg>
      <pc:sldChg chg="del">
        <pc:chgData name="Viviane Gonçalves Porto Nascimento (SEPLAG)" userId="S::m752868@ca.mg.gov.br::8a9e512c-6eec-4499-8f6e-67c78fab64ad" providerId="AD" clId="Web-{C75E5FAB-B265-B61B-F06A-3F501E0F4C85}" dt="2025-12-10T21:05:21.826" v="77"/>
        <pc:sldMkLst>
          <pc:docMk/>
          <pc:sldMk cId="3255347389" sldId="3051"/>
        </pc:sldMkLst>
      </pc:sldChg>
      <pc:sldChg chg="del">
        <pc:chgData name="Viviane Gonçalves Porto Nascimento (SEPLAG)" userId="S::m752868@ca.mg.gov.br::8a9e512c-6eec-4499-8f6e-67c78fab64ad" providerId="AD" clId="Web-{C75E5FAB-B265-B61B-F06A-3F501E0F4C85}" dt="2025-12-10T21:05:22.920" v="78"/>
        <pc:sldMkLst>
          <pc:docMk/>
          <pc:sldMk cId="1546589974" sldId="3052"/>
        </pc:sldMkLst>
      </pc:sldChg>
      <pc:sldChg chg="modSp">
        <pc:chgData name="Viviane Gonçalves Porto Nascimento (SEPLAG)" userId="S::m752868@ca.mg.gov.br::8a9e512c-6eec-4499-8f6e-67c78fab64ad" providerId="AD" clId="Web-{C75E5FAB-B265-B61B-F06A-3F501E0F4C85}" dt="2025-12-10T21:12:53.081" v="443" actId="20577"/>
        <pc:sldMkLst>
          <pc:docMk/>
          <pc:sldMk cId="3553972061" sldId="3053"/>
        </pc:sldMkLst>
        <pc:spChg chg="mod">
          <ac:chgData name="Viviane Gonçalves Porto Nascimento (SEPLAG)" userId="S::m752868@ca.mg.gov.br::8a9e512c-6eec-4499-8f6e-67c78fab64ad" providerId="AD" clId="Web-{C75E5FAB-B265-B61B-F06A-3F501E0F4C85}" dt="2025-12-10T21:12:53.081" v="443" actId="20577"/>
          <ac:spMkLst>
            <pc:docMk/>
            <pc:sldMk cId="3553972061" sldId="3053"/>
            <ac:spMk id="39" creationId="{897AF3BC-C0B0-DA97-F468-CF11FF2DA3DA}"/>
          </ac:spMkLst>
        </pc:spChg>
      </pc:sldChg>
      <pc:sldChg chg="modSp add del replId">
        <pc:chgData name="Viviane Gonçalves Porto Nascimento (SEPLAG)" userId="S::m752868@ca.mg.gov.br::8a9e512c-6eec-4499-8f6e-67c78fab64ad" providerId="AD" clId="Web-{C75E5FAB-B265-B61B-F06A-3F501E0F4C85}" dt="2025-12-10T21:12:36.580" v="434"/>
        <pc:sldMkLst>
          <pc:docMk/>
          <pc:sldMk cId="2260410828" sldId="3054"/>
        </pc:sldMkLst>
        <pc:spChg chg="mod">
          <ac:chgData name="Viviane Gonçalves Porto Nascimento (SEPLAG)" userId="S::m752868@ca.mg.gov.br::8a9e512c-6eec-4499-8f6e-67c78fab64ad" providerId="AD" clId="Web-{C75E5FAB-B265-B61B-F06A-3F501E0F4C85}" dt="2025-12-10T21:07:34.358" v="108" actId="14100"/>
          <ac:spMkLst>
            <pc:docMk/>
            <pc:sldMk cId="2260410828" sldId="3054"/>
            <ac:spMk id="4" creationId="{AA593CEF-1164-EA09-681A-367DFC725CC2}"/>
          </ac:spMkLst>
        </pc:spChg>
        <pc:spChg chg="mod">
          <ac:chgData name="Viviane Gonçalves Porto Nascimento (SEPLAG)" userId="S::m752868@ca.mg.gov.br::8a9e512c-6eec-4499-8f6e-67c78fab64ad" providerId="AD" clId="Web-{C75E5FAB-B265-B61B-F06A-3F501E0F4C85}" dt="2025-12-10T21:07:34.389" v="109" actId="14100"/>
          <ac:spMkLst>
            <pc:docMk/>
            <pc:sldMk cId="2260410828" sldId="3054"/>
            <ac:spMk id="22" creationId="{1EC317B9-4679-94F0-6292-B31BEADF7D27}"/>
          </ac:spMkLst>
        </pc:spChg>
        <pc:spChg chg="mod">
          <ac:chgData name="Viviane Gonçalves Porto Nascimento (SEPLAG)" userId="S::m752868@ca.mg.gov.br::8a9e512c-6eec-4499-8f6e-67c78fab64ad" providerId="AD" clId="Web-{C75E5FAB-B265-B61B-F06A-3F501E0F4C85}" dt="2025-12-10T21:07:34.405" v="110" actId="14100"/>
          <ac:spMkLst>
            <pc:docMk/>
            <pc:sldMk cId="2260410828" sldId="3054"/>
            <ac:spMk id="23" creationId="{B463809A-4A78-743B-DF1B-91141CD1556E}"/>
          </ac:spMkLst>
        </pc:spChg>
        <pc:spChg chg="mod">
          <ac:chgData name="Viviane Gonçalves Porto Nascimento (SEPLAG)" userId="S::m752868@ca.mg.gov.br::8a9e512c-6eec-4499-8f6e-67c78fab64ad" providerId="AD" clId="Web-{C75E5FAB-B265-B61B-F06A-3F501E0F4C85}" dt="2025-12-10T21:07:34.421" v="111" actId="14100"/>
          <ac:spMkLst>
            <pc:docMk/>
            <pc:sldMk cId="2260410828" sldId="3054"/>
            <ac:spMk id="24" creationId="{897D6426-32B9-7A0F-F409-9324A24CAA44}"/>
          </ac:spMkLst>
        </pc:spChg>
        <pc:spChg chg="mod">
          <ac:chgData name="Viviane Gonçalves Porto Nascimento (SEPLAG)" userId="S::m752868@ca.mg.gov.br::8a9e512c-6eec-4499-8f6e-67c78fab64ad" providerId="AD" clId="Web-{C75E5FAB-B265-B61B-F06A-3F501E0F4C85}" dt="2025-12-10T21:07:34.436" v="112" actId="14100"/>
          <ac:spMkLst>
            <pc:docMk/>
            <pc:sldMk cId="2260410828" sldId="3054"/>
            <ac:spMk id="25" creationId="{842F3523-6CE1-30BD-4616-F94492E6D4E2}"/>
          </ac:spMkLst>
        </pc:spChg>
        <pc:spChg chg="mod">
          <ac:chgData name="Viviane Gonçalves Porto Nascimento (SEPLAG)" userId="S::m752868@ca.mg.gov.br::8a9e512c-6eec-4499-8f6e-67c78fab64ad" providerId="AD" clId="Web-{C75E5FAB-B265-B61B-F06A-3F501E0F4C85}" dt="2025-12-10T21:07:34.467" v="113" actId="14100"/>
          <ac:spMkLst>
            <pc:docMk/>
            <pc:sldMk cId="2260410828" sldId="3054"/>
            <ac:spMk id="26" creationId="{BE0A1A0A-EFF5-FDF2-5209-B967178970E2}"/>
          </ac:spMkLst>
        </pc:spChg>
        <pc:spChg chg="mod">
          <ac:chgData name="Viviane Gonçalves Porto Nascimento (SEPLAG)" userId="S::m752868@ca.mg.gov.br::8a9e512c-6eec-4499-8f6e-67c78fab64ad" providerId="AD" clId="Web-{C75E5FAB-B265-B61B-F06A-3F501E0F4C85}" dt="2025-12-10T21:07:34.483" v="114" actId="14100"/>
          <ac:spMkLst>
            <pc:docMk/>
            <pc:sldMk cId="2260410828" sldId="3054"/>
            <ac:spMk id="27" creationId="{8ACCE3D6-E38F-50D0-27A7-08C869FEB98E}"/>
          </ac:spMkLst>
        </pc:spChg>
        <pc:spChg chg="mod">
          <ac:chgData name="Viviane Gonçalves Porto Nascimento (SEPLAG)" userId="S::m752868@ca.mg.gov.br::8a9e512c-6eec-4499-8f6e-67c78fab64ad" providerId="AD" clId="Web-{C75E5FAB-B265-B61B-F06A-3F501E0F4C85}" dt="2025-12-10T21:07:34.499" v="115" actId="14100"/>
          <ac:spMkLst>
            <pc:docMk/>
            <pc:sldMk cId="2260410828" sldId="3054"/>
            <ac:spMk id="28" creationId="{C98CB0DA-D1B7-0030-D1F5-EB9F93B47FB7}"/>
          </ac:spMkLst>
        </pc:spChg>
        <pc:spChg chg="mod">
          <ac:chgData name="Viviane Gonçalves Porto Nascimento (SEPLAG)" userId="S::m752868@ca.mg.gov.br::8a9e512c-6eec-4499-8f6e-67c78fab64ad" providerId="AD" clId="Web-{C75E5FAB-B265-B61B-F06A-3F501E0F4C85}" dt="2025-12-10T21:07:34.514" v="116" actId="14100"/>
          <ac:spMkLst>
            <pc:docMk/>
            <pc:sldMk cId="2260410828" sldId="3054"/>
            <ac:spMk id="29" creationId="{24945770-98E6-8B73-82EA-8B146C54CEC0}"/>
          </ac:spMkLst>
        </pc:spChg>
        <pc:spChg chg="mod">
          <ac:chgData name="Viviane Gonçalves Porto Nascimento (SEPLAG)" userId="S::m752868@ca.mg.gov.br::8a9e512c-6eec-4499-8f6e-67c78fab64ad" providerId="AD" clId="Web-{C75E5FAB-B265-B61B-F06A-3F501E0F4C85}" dt="2025-12-10T21:07:34.530" v="117" actId="14100"/>
          <ac:spMkLst>
            <pc:docMk/>
            <pc:sldMk cId="2260410828" sldId="3054"/>
            <ac:spMk id="30" creationId="{460BA419-1D70-2665-B8B9-9ED4B0E8886A}"/>
          </ac:spMkLst>
        </pc:spChg>
        <pc:spChg chg="mod">
          <ac:chgData name="Viviane Gonçalves Porto Nascimento (SEPLAG)" userId="S::m752868@ca.mg.gov.br::8a9e512c-6eec-4499-8f6e-67c78fab64ad" providerId="AD" clId="Web-{C75E5FAB-B265-B61B-F06A-3F501E0F4C85}" dt="2025-12-10T21:07:34.546" v="118" actId="14100"/>
          <ac:spMkLst>
            <pc:docMk/>
            <pc:sldMk cId="2260410828" sldId="3054"/>
            <ac:spMk id="31" creationId="{4A64FD09-754B-0FC0-A543-AF3D0FF9E0CC}"/>
          </ac:spMkLst>
        </pc:spChg>
        <pc:spChg chg="mod">
          <ac:chgData name="Viviane Gonçalves Porto Nascimento (SEPLAG)" userId="S::m752868@ca.mg.gov.br::8a9e512c-6eec-4499-8f6e-67c78fab64ad" providerId="AD" clId="Web-{C75E5FAB-B265-B61B-F06A-3F501E0F4C85}" dt="2025-12-10T21:07:34.577" v="119" actId="14100"/>
          <ac:spMkLst>
            <pc:docMk/>
            <pc:sldMk cId="2260410828" sldId="3054"/>
            <ac:spMk id="32" creationId="{3933C2FB-282D-7852-3917-84AFE9AB42C2}"/>
          </ac:spMkLst>
        </pc:spChg>
        <pc:spChg chg="mod">
          <ac:chgData name="Viviane Gonçalves Porto Nascimento (SEPLAG)" userId="S::m752868@ca.mg.gov.br::8a9e512c-6eec-4499-8f6e-67c78fab64ad" providerId="AD" clId="Web-{C75E5FAB-B265-B61B-F06A-3F501E0F4C85}" dt="2025-12-10T21:07:34.592" v="120" actId="14100"/>
          <ac:spMkLst>
            <pc:docMk/>
            <pc:sldMk cId="2260410828" sldId="3054"/>
            <ac:spMk id="33" creationId="{F5F9BBBB-4C0E-C631-2B7B-F804B1F8ED8B}"/>
          </ac:spMkLst>
        </pc:spChg>
        <pc:cxnChg chg="mod">
          <ac:chgData name="Viviane Gonçalves Porto Nascimento (SEPLAG)" userId="S::m752868@ca.mg.gov.br::8a9e512c-6eec-4499-8f6e-67c78fab64ad" providerId="AD" clId="Web-{C75E5FAB-B265-B61B-F06A-3F501E0F4C85}" dt="2025-12-10T21:07:34.608" v="121" actId="14100"/>
          <ac:cxnSpMkLst>
            <pc:docMk/>
            <pc:sldMk cId="2260410828" sldId="3054"/>
            <ac:cxnSpMk id="34" creationId="{CC456227-29F6-891D-7EF6-AB660315EBB9}"/>
          </ac:cxnSpMkLst>
        </pc:cxnChg>
        <pc:cxnChg chg="mod">
          <ac:chgData name="Viviane Gonçalves Porto Nascimento (SEPLAG)" userId="S::m752868@ca.mg.gov.br::8a9e512c-6eec-4499-8f6e-67c78fab64ad" providerId="AD" clId="Web-{C75E5FAB-B265-B61B-F06A-3F501E0F4C85}" dt="2025-12-10T21:07:34.608" v="122" actId="14100"/>
          <ac:cxnSpMkLst>
            <pc:docMk/>
            <pc:sldMk cId="2260410828" sldId="3054"/>
            <ac:cxnSpMk id="35" creationId="{5C84D6E6-FF81-8E3E-8B06-796996F83936}"/>
          </ac:cxnSpMkLst>
        </pc:cxnChg>
        <pc:cxnChg chg="mod">
          <ac:chgData name="Viviane Gonçalves Porto Nascimento (SEPLAG)" userId="S::m752868@ca.mg.gov.br::8a9e512c-6eec-4499-8f6e-67c78fab64ad" providerId="AD" clId="Web-{C75E5FAB-B265-B61B-F06A-3F501E0F4C85}" dt="2025-12-10T21:07:34.624" v="123" actId="14100"/>
          <ac:cxnSpMkLst>
            <pc:docMk/>
            <pc:sldMk cId="2260410828" sldId="3054"/>
            <ac:cxnSpMk id="36" creationId="{05A52075-FB3D-70C8-1F42-27E7BF28F8AE}"/>
          </ac:cxnSpMkLst>
        </pc:cxnChg>
        <pc:cxnChg chg="mod">
          <ac:chgData name="Viviane Gonçalves Porto Nascimento (SEPLAG)" userId="S::m752868@ca.mg.gov.br::8a9e512c-6eec-4499-8f6e-67c78fab64ad" providerId="AD" clId="Web-{C75E5FAB-B265-B61B-F06A-3F501E0F4C85}" dt="2025-12-10T21:07:34.639" v="124" actId="14100"/>
          <ac:cxnSpMkLst>
            <pc:docMk/>
            <pc:sldMk cId="2260410828" sldId="3054"/>
            <ac:cxnSpMk id="37" creationId="{95BD5101-23E2-0F20-F021-B5F38426B806}"/>
          </ac:cxnSpMkLst>
        </pc:cxnChg>
        <pc:cxnChg chg="mod">
          <ac:chgData name="Viviane Gonçalves Porto Nascimento (SEPLAG)" userId="S::m752868@ca.mg.gov.br::8a9e512c-6eec-4499-8f6e-67c78fab64ad" providerId="AD" clId="Web-{C75E5FAB-B265-B61B-F06A-3F501E0F4C85}" dt="2025-12-10T21:07:34.655" v="125" actId="14100"/>
          <ac:cxnSpMkLst>
            <pc:docMk/>
            <pc:sldMk cId="2260410828" sldId="3054"/>
            <ac:cxnSpMk id="38" creationId="{7B75DD92-43A9-B911-3A04-429609FC7472}"/>
          </ac:cxnSpMkLst>
        </pc:cxnChg>
        <pc:cxnChg chg="mod">
          <ac:chgData name="Viviane Gonçalves Porto Nascimento (SEPLAG)" userId="S::m752868@ca.mg.gov.br::8a9e512c-6eec-4499-8f6e-67c78fab64ad" providerId="AD" clId="Web-{C75E5FAB-B265-B61B-F06A-3F501E0F4C85}" dt="2025-12-10T21:07:34.671" v="126" actId="14100"/>
          <ac:cxnSpMkLst>
            <pc:docMk/>
            <pc:sldMk cId="2260410828" sldId="3054"/>
            <ac:cxnSpMk id="40" creationId="{E51E3FA6-164B-1E9A-E962-C2C3021FB6D9}"/>
          </ac:cxnSpMkLst>
        </pc:cxnChg>
      </pc:sldChg>
      <pc:sldChg chg="del">
        <pc:chgData name="Viviane Gonçalves Porto Nascimento (SEPLAG)" userId="S::m752868@ca.mg.gov.br::8a9e512c-6eec-4499-8f6e-67c78fab64ad" providerId="AD" clId="Web-{C75E5FAB-B265-B61B-F06A-3F501E0F4C85}" dt="2025-12-10T21:05:28.920" v="82"/>
        <pc:sldMkLst>
          <pc:docMk/>
          <pc:sldMk cId="1296637133" sldId="3055"/>
        </pc:sldMkLst>
      </pc:sldChg>
      <pc:sldChg chg="del">
        <pc:chgData name="Viviane Gonçalves Porto Nascimento (SEPLAG)" userId="S::m752868@ca.mg.gov.br::8a9e512c-6eec-4499-8f6e-67c78fab64ad" providerId="AD" clId="Web-{C75E5FAB-B265-B61B-F06A-3F501E0F4C85}" dt="2025-12-10T21:05:26.358" v="80"/>
        <pc:sldMkLst>
          <pc:docMk/>
          <pc:sldMk cId="3299337227" sldId="3056"/>
        </pc:sldMkLst>
      </pc:sldChg>
      <pc:sldChg chg="del">
        <pc:chgData name="Viviane Gonçalves Porto Nascimento (SEPLAG)" userId="S::m752868@ca.mg.gov.br::8a9e512c-6eec-4499-8f6e-67c78fab64ad" providerId="AD" clId="Web-{C75E5FAB-B265-B61B-F06A-3F501E0F4C85}" dt="2025-12-10T21:05:27.561" v="81"/>
        <pc:sldMkLst>
          <pc:docMk/>
          <pc:sldMk cId="3167365363" sldId="3057"/>
        </pc:sldMkLst>
      </pc:sldChg>
      <pc:sldChg chg="del">
        <pc:chgData name="Viviane Gonçalves Porto Nascimento (SEPLAG)" userId="S::m752868@ca.mg.gov.br::8a9e512c-6eec-4499-8f6e-67c78fab64ad" providerId="AD" clId="Web-{C75E5FAB-B265-B61B-F06A-3F501E0F4C85}" dt="2025-12-10T21:05:25.139" v="79"/>
        <pc:sldMkLst>
          <pc:docMk/>
          <pc:sldMk cId="846208015" sldId="3058"/>
        </pc:sldMkLst>
      </pc:sldChg>
      <pc:sldChg chg="del">
        <pc:chgData name="Viviane Gonçalves Porto Nascimento (SEPLAG)" userId="S::m752868@ca.mg.gov.br::8a9e512c-6eec-4499-8f6e-67c78fab64ad" providerId="AD" clId="Web-{C75E5FAB-B265-B61B-F06A-3F501E0F4C85}" dt="2025-12-10T21:05:16.951" v="75"/>
        <pc:sldMkLst>
          <pc:docMk/>
          <pc:sldMk cId="571737430" sldId="3059"/>
        </pc:sldMkLst>
      </pc:sldChg>
      <pc:sldChg chg="del">
        <pc:chgData name="Viviane Gonçalves Porto Nascimento (SEPLAG)" userId="S::m752868@ca.mg.gov.br::8a9e512c-6eec-4499-8f6e-67c78fab64ad" providerId="AD" clId="Web-{C75E5FAB-B265-B61B-F06A-3F501E0F4C85}" dt="2025-12-10T21:05:12.529" v="73"/>
        <pc:sldMkLst>
          <pc:docMk/>
          <pc:sldMk cId="4089756523" sldId="3060"/>
        </pc:sldMkLst>
      </pc:sldChg>
      <pc:sldChg chg="del">
        <pc:chgData name="Viviane Gonçalves Porto Nascimento (SEPLAG)" userId="S::m752868@ca.mg.gov.br::8a9e512c-6eec-4499-8f6e-67c78fab64ad" providerId="AD" clId="Web-{C75E5FAB-B265-B61B-F06A-3F501E0F4C85}" dt="2025-12-10T21:05:13.498" v="74"/>
        <pc:sldMkLst>
          <pc:docMk/>
          <pc:sldMk cId="4078238765" sldId="3061"/>
        </pc:sldMkLst>
      </pc:sldChg>
    </pc:docChg>
  </pc:docChgLst>
  <pc:docChgLst>
    <pc:chgData name="Viviane Gonçalves Porto Nascimento (SEPLAG)" userId="S::m752868@ca.mg.gov.br::8a9e512c-6eec-4499-8f6e-67c78fab64ad" providerId="AD" clId="Web-{C27722CE-775A-E6CA-A54E-F7294BDB08CC}"/>
    <pc:docChg chg="addSld delSld modSld">
      <pc:chgData name="Viviane Gonçalves Porto Nascimento (SEPLAG)" userId="S::m752868@ca.mg.gov.br::8a9e512c-6eec-4499-8f6e-67c78fab64ad" providerId="AD" clId="Web-{C27722CE-775A-E6CA-A54E-F7294BDB08CC}" dt="2025-12-10T21:22:27.843" v="24"/>
      <pc:docMkLst>
        <pc:docMk/>
      </pc:docMkLst>
      <pc:sldChg chg="addSp delSp modSp">
        <pc:chgData name="Viviane Gonçalves Porto Nascimento (SEPLAG)" userId="S::m752868@ca.mg.gov.br::8a9e512c-6eec-4499-8f6e-67c78fab64ad" providerId="AD" clId="Web-{C27722CE-775A-E6CA-A54E-F7294BDB08CC}" dt="2025-12-10T21:22:27.843" v="24"/>
        <pc:sldMkLst>
          <pc:docMk/>
          <pc:sldMk cId="2940595035" sldId="3040"/>
        </pc:sldMkLst>
        <pc:graphicFrameChg chg="add del mod">
          <ac:chgData name="Viviane Gonçalves Porto Nascimento (SEPLAG)" userId="S::m752868@ca.mg.gov.br::8a9e512c-6eec-4499-8f6e-67c78fab64ad" providerId="AD" clId="Web-{C27722CE-775A-E6CA-A54E-F7294BDB08CC}" dt="2025-12-10T21:22:27.843" v="24"/>
          <ac:graphicFrameMkLst>
            <pc:docMk/>
            <pc:sldMk cId="2940595035" sldId="3040"/>
            <ac:graphicFrameMk id="5" creationId="{E3C81EAB-0105-9E73-8EB7-A6258DCD8263}"/>
          </ac:graphicFrameMkLst>
        </pc:graphicFrameChg>
      </pc:sldChg>
      <pc:sldChg chg="addSp delSp modSp add del">
        <pc:chgData name="Viviane Gonçalves Porto Nascimento (SEPLAG)" userId="S::m752868@ca.mg.gov.br::8a9e512c-6eec-4499-8f6e-67c78fab64ad" providerId="AD" clId="Web-{C27722CE-775A-E6CA-A54E-F7294BDB08CC}" dt="2025-12-10T21:22:21.139" v="22"/>
        <pc:sldMkLst>
          <pc:docMk/>
          <pc:sldMk cId="2636229769" sldId="3042"/>
        </pc:sldMkLst>
        <pc:graphicFrameChg chg="add del mod">
          <ac:chgData name="Viviane Gonçalves Porto Nascimento (SEPLAG)" userId="S::m752868@ca.mg.gov.br::8a9e512c-6eec-4499-8f6e-67c78fab64ad" providerId="AD" clId="Web-{C27722CE-775A-E6CA-A54E-F7294BDB08CC}" dt="2025-12-10T21:22:21.139" v="22"/>
          <ac:graphicFrameMkLst>
            <pc:docMk/>
            <pc:sldMk cId="2636229769" sldId="3042"/>
            <ac:graphicFrameMk id="5" creationId="{06804432-75D4-1F98-86FE-08639B4A905A}"/>
          </ac:graphicFrameMkLst>
        </pc:graphicFrameChg>
        <pc:graphicFrameChg chg="add mod modGraphic">
          <ac:chgData name="Viviane Gonçalves Porto Nascimento (SEPLAG)" userId="S::m752868@ca.mg.gov.br::8a9e512c-6eec-4499-8f6e-67c78fab64ad" providerId="AD" clId="Web-{C27722CE-775A-E6CA-A54E-F7294BDB08CC}" dt="2025-12-10T21:15:51.675" v="16"/>
          <ac:graphicFrameMkLst>
            <pc:docMk/>
            <pc:sldMk cId="2636229769" sldId="3042"/>
            <ac:graphicFrameMk id="5" creationId="{70E6C04A-9E06-06EA-3B3C-32B117B04455}"/>
          </ac:graphicFrameMkLst>
        </pc:graphicFrameChg>
        <pc:picChg chg="del">
          <ac:chgData name="Viviane Gonçalves Porto Nascimento (SEPLAG)" userId="S::m752868@ca.mg.gov.br::8a9e512c-6eec-4499-8f6e-67c78fab64ad" providerId="AD" clId="Web-{C27722CE-775A-E6CA-A54E-F7294BDB08CC}" dt="2025-12-10T21:14:54.714" v="0"/>
          <ac:picMkLst>
            <pc:docMk/>
            <pc:sldMk cId="2636229769" sldId="3042"/>
            <ac:picMk id="2" creationId="{7C3F1362-C27B-0B8E-A3A2-E64EFE7F6F3F}"/>
          </ac:picMkLst>
        </pc:picChg>
      </pc:sldChg>
      <pc:sldChg chg="add del">
        <pc:chgData name="Viviane Gonçalves Porto Nascimento (SEPLAG)" userId="S::m752868@ca.mg.gov.br::8a9e512c-6eec-4499-8f6e-67c78fab64ad" providerId="AD" clId="Web-{C27722CE-775A-E6CA-A54E-F7294BDB08CC}" dt="2025-12-10T21:19:15.334" v="20"/>
        <pc:sldMkLst>
          <pc:docMk/>
          <pc:sldMk cId="330731269" sldId="3054"/>
        </pc:sldMkLst>
      </pc:sldChg>
    </pc:docChg>
  </pc:docChgLst>
  <pc:docChgLst>
    <pc:chgData name="Viviane Gonçalves Porto Nascimento (SEPLAG)" userId="S::m752868@ca.mg.gov.br::8a9e512c-6eec-4499-8f6e-67c78fab64ad" providerId="AD" clId="Web-{9D18C055-6207-C831-A280-ADE47072CA94}"/>
    <pc:docChg chg="modSld">
      <pc:chgData name="Viviane Gonçalves Porto Nascimento (SEPLAG)" userId="S::m752868@ca.mg.gov.br::8a9e512c-6eec-4499-8f6e-67c78fab64ad" providerId="AD" clId="Web-{9D18C055-6207-C831-A280-ADE47072CA94}" dt="2025-12-10T21:28:27.936" v="6" actId="20577"/>
      <pc:docMkLst>
        <pc:docMk/>
      </pc:docMkLst>
      <pc:sldChg chg="modSp">
        <pc:chgData name="Viviane Gonçalves Porto Nascimento (SEPLAG)" userId="S::m752868@ca.mg.gov.br::8a9e512c-6eec-4499-8f6e-67c78fab64ad" providerId="AD" clId="Web-{9D18C055-6207-C831-A280-ADE47072CA94}" dt="2025-12-10T21:28:27.936" v="6" actId="20577"/>
        <pc:sldMkLst>
          <pc:docMk/>
          <pc:sldMk cId="2940595035" sldId="3040"/>
        </pc:sldMkLst>
        <pc:spChg chg="mod">
          <ac:chgData name="Viviane Gonçalves Porto Nascimento (SEPLAG)" userId="S::m752868@ca.mg.gov.br::8a9e512c-6eec-4499-8f6e-67c78fab64ad" providerId="AD" clId="Web-{9D18C055-6207-C831-A280-ADE47072CA94}" dt="2025-12-10T21:28:27.936" v="6" actId="20577"/>
          <ac:spMkLst>
            <pc:docMk/>
            <pc:sldMk cId="2940595035" sldId="3040"/>
            <ac:spMk id="4" creationId="{16EC7D96-418B-4C70-DA94-61D29C872F4C}"/>
          </ac:spMkLst>
        </pc:spChg>
      </pc:sldChg>
    </pc:docChg>
  </pc:docChgLst>
  <pc:docChgLst>
    <pc:chgData name="Viviane Gonçalves Porto Nascimento (SEPLAG)" userId="S::m752868@ca.mg.gov.br::8a9e512c-6eec-4499-8f6e-67c78fab64ad" providerId="AD" clId="Web-{4DD292B4-837D-BCF0-8A2E-0F00380BF6C4}"/>
    <pc:docChg chg="addSld delSld">
      <pc:chgData name="Viviane Gonçalves Porto Nascimento (SEPLAG)" userId="S::m752868@ca.mg.gov.br::8a9e512c-6eec-4499-8f6e-67c78fab64ad" providerId="AD" clId="Web-{4DD292B4-837D-BCF0-8A2E-0F00380BF6C4}" dt="2025-12-10T21:22:42.356" v="1"/>
      <pc:docMkLst>
        <pc:docMk/>
      </pc:docMkLst>
      <pc:sldChg chg="del">
        <pc:chgData name="Viviane Gonçalves Porto Nascimento (SEPLAG)" userId="S::m752868@ca.mg.gov.br::8a9e512c-6eec-4499-8f6e-67c78fab64ad" providerId="AD" clId="Web-{4DD292B4-837D-BCF0-8A2E-0F00380BF6C4}" dt="2025-12-10T21:22:42.356" v="1"/>
        <pc:sldMkLst>
          <pc:docMk/>
          <pc:sldMk cId="2636229769" sldId="3042"/>
        </pc:sldMkLst>
      </pc:sldChg>
      <pc:sldChg chg="add">
        <pc:chgData name="Viviane Gonçalves Porto Nascimento (SEPLAG)" userId="S::m752868@ca.mg.gov.br::8a9e512c-6eec-4499-8f6e-67c78fab64ad" providerId="AD" clId="Web-{4DD292B4-837D-BCF0-8A2E-0F00380BF6C4}" dt="2025-12-10T21:22:37.590" v="0"/>
        <pc:sldMkLst>
          <pc:docMk/>
          <pc:sldMk cId="1393484635" sldId="305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32ACC-05F5-40E9-9A9A-5B297AA4F9F6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48DD0-0D01-4BA1-AE78-989281BEEF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0110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A02A2-E911-A39C-9576-20C43D379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3778113-B71E-E5AE-FC05-2DB5745E3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FA4E6EC-7442-1C13-088C-175221A4F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49FD23-765F-0A66-C4CE-AAC0C8B44C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3743DD-3F40-4AFA-93FA-C64F4B7AC84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2395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80322-1DDD-7C9D-4B4A-241666FE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A97338-713D-D07D-8636-249E0AF1E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64F0A29-B861-FF61-1980-7E48F4A58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DAFC38-AED0-C63A-689A-CB9BB1170F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3743DD-3F40-4AFA-93FA-C64F4B7AC84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5736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984F3-9091-0E28-2CF4-35A054486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A08CF9C-74E7-84AC-54D5-69B8AE9A48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40E4E4A-1A2B-861F-77FE-DB273A036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449456-2C93-209D-ABAB-07D24DC085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3743DD-3F40-4AFA-93FA-C64F4B7AC84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276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C4C98-656B-08DA-14F1-38C349A77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E323432-EBDA-64C3-537A-E53BB5157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4456945-24B2-7E03-C599-DFF12527A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EEA023-F99C-6421-8A41-2B568FA99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3743DD-3F40-4AFA-93FA-C64F4B7AC845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8307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FA9C1-F70F-7E9A-DA87-4B953C661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B2AFC4-1F06-2E4D-D9DD-39E9EC446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57A17E-F2E0-F8C7-0773-D7643AE4F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D357-0206-415F-99E1-3304F7A372C4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7B3DC8-C8BE-F092-103C-5A48FD6A8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35F95B-3650-DD27-A101-8476CC83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0AE0-091D-4793-8B4A-54CB44A8C6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8764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029CD8-9E5E-3DC6-89C8-05ACB25B9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B9CF70-75E2-CBD1-42ED-EF268B540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61A6CA-FB70-9DC8-CFFF-CAA17268D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D357-0206-415F-99E1-3304F7A372C4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F41E8B-6D0A-D160-11A1-C19B30552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DB6A0C-52CE-D1F7-0BD2-80B0FB750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0AE0-091D-4793-8B4A-54CB44A8C6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5663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872DA-FA57-3431-0BA3-995DA4958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1D091E-8AB2-FBF8-4707-1EA25A1C7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256F55-65D8-C547-2F9B-631C6BBBE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D357-0206-415F-99E1-3304F7A372C4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EDED9F-91EA-2FAA-5551-08CAEE63F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A411E3-4199-275A-2E88-BD3EF79F5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0AE0-091D-4793-8B4A-54CB44A8C6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386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A2718-4532-1E2E-2A39-B78032605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3DE022-B4ED-D89F-25BA-B0E4B666D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C7A719-A525-1B02-28DE-3CCB70D0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14F68A-6DDA-7B7C-6E66-15C3CD802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D357-0206-415F-99E1-3304F7A372C4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E7D110-4B5D-1D43-F560-F0727B9AB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7F0ECA-41A1-6AFA-43C5-574BC1F4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0AE0-091D-4793-8B4A-54CB44A8C6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876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0E617-3862-1666-6754-576A27B60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1B413D-AE0D-7529-45ED-24ACA1BD6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E462B9-0C23-1475-9A86-7BCD67D5D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C29DC7B-630F-FD21-B314-836BBD2FE0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18C0E19-7250-9217-7255-3E2CA4288B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9F3251A-C2DF-2234-9E15-5DFA6D7D0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D357-0206-415F-99E1-3304F7A372C4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3373684-AE54-9104-EBF9-71A4B6E35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838C1F-A235-4C4B-BB97-A32FB51BC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0AE0-091D-4793-8B4A-54CB44A8C6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2584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5522D-1267-C197-D64E-AF1C097B2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BD7341B-779B-4A92-74D3-5FDFD1996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D357-0206-415F-99E1-3304F7A372C4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E21365A-AF54-317F-B35E-78E64BA7C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56AF6C0-47C8-DED7-269A-49E672DEE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0AE0-091D-4793-8B4A-54CB44A8C6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0487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3F08BA-732F-00E6-37BC-E9DF770FD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D357-0206-415F-99E1-3304F7A372C4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F616925-9A25-FC81-9483-A5D06AAD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E80D1E5-7212-1A50-0DD2-84233A054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0AE0-091D-4793-8B4A-54CB44A8C6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7485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806E4-0BF8-5550-788C-C29E25706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D931E7-57E8-8234-8CED-EB55D0A1E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B7B5BE-C68D-E0F3-1885-45F9FDB19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60C8AB-BBD7-A9DC-FA3B-6F2AD07AD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D357-0206-415F-99E1-3304F7A372C4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39271F-A674-B03F-BAC3-365406DFD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34E978-BFB8-8049-255C-1AD1C3B85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0AE0-091D-4793-8B4A-54CB44A8C6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3112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511179-021C-3FD3-1339-125CE4FE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57B520C-204A-6EFD-25B1-B805E542B7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8F8645-4208-7A4A-4559-CE32A966D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1BE5E1-C876-81C0-47CF-5FFB57B7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D357-0206-415F-99E1-3304F7A372C4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74F743-6D4C-3656-BEBA-3B9D0DC3E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1D28891-434C-9FEF-13B3-A164C1F95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0AE0-091D-4793-8B4A-54CB44A8C6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656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6BFA3D-6C7E-DA1A-AE80-57C961B0C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B0ACD93-2DB2-0B2C-6CF2-35A9E11AD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D567AC-AEB8-F9CC-7255-0D28377B4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D357-0206-415F-99E1-3304F7A372C4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176FCE-58A1-2C15-2B7F-569D0D4D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EC76E7-DF09-D2FC-9A5C-B4F7F16B4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0AE0-091D-4793-8B4A-54CB44A8C6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5458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D3983D-5512-F6FA-0F37-64655CFB64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E687F8-5146-5674-0779-ED0F1C9F6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8F146B-D8D5-7185-E697-65634CF7E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D357-0206-415F-99E1-3304F7A372C4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100FA3-2551-BB2E-4F31-1F9E27798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2300DA-145F-14CE-C28A-FAB9F64FC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0AE0-091D-4793-8B4A-54CB44A8C6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7653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206F5DB-9821-5957-9AE9-88ED81A07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C9ABCB-5207-D16B-2B6B-750E5A082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A78CF4-55D0-40DE-8BB7-E91722AA7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BD357-0206-415F-99E1-3304F7A372C4}" type="datetimeFigureOut">
              <a:rPr lang="pt-BR" smtClean="0"/>
              <a:t>11/12/2025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9B0066-F4D3-B43C-0F85-1C98B3F27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035B0F-4739-10E4-C723-25D4EE0690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00AE0-091D-4793-8B4A-54CB44A8C6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7403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9005F-6DB3-AC9D-AD75-FCBBB66CD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E33E852-9963-D3E6-A9E1-A5CEEE044448}"/>
              </a:ext>
            </a:extLst>
          </p:cNvPr>
          <p:cNvSpPr/>
          <p:nvPr/>
        </p:nvSpPr>
        <p:spPr>
          <a:xfrm>
            <a:off x="453625" y="2706460"/>
            <a:ext cx="9575278" cy="980638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pt-BR" sz="4800" b="1">
                <a:solidFill>
                  <a:schemeClr val="accent2"/>
                </a:solidFill>
                <a:latin typeface="Trebuchet MS"/>
              </a:rPr>
              <a:t> PROPAG - Investimentos</a:t>
            </a:r>
            <a:endParaRPr lang="pt-BR" sz="4800">
              <a:solidFill>
                <a:schemeClr val="accent2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3F75DBD-327B-2719-568A-7F783694DA56}"/>
              </a:ext>
            </a:extLst>
          </p:cNvPr>
          <p:cNvSpPr/>
          <p:nvPr/>
        </p:nvSpPr>
        <p:spPr>
          <a:xfrm>
            <a:off x="382125" y="2515245"/>
            <a:ext cx="143000" cy="13630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11518ED-435A-EB4D-9A32-DBF013A4506E}"/>
              </a:ext>
            </a:extLst>
          </p:cNvPr>
          <p:cNvSpPr/>
          <p:nvPr/>
        </p:nvSpPr>
        <p:spPr>
          <a:xfrm>
            <a:off x="604780" y="3687098"/>
            <a:ext cx="10636145" cy="12801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Clr>
                <a:srgbClr val="7030A0"/>
              </a:buClr>
              <a:buFont typeface="Arial" panose="020B0604020202020204" pitchFamily="34" charset="0"/>
              <a:buChar char="•"/>
            </a:pPr>
            <a:endParaRPr lang="pt-BR">
              <a:solidFill>
                <a:schemeClr val="tx1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4024048-6D9D-B56B-A075-A8147E5FE894}"/>
              </a:ext>
            </a:extLst>
          </p:cNvPr>
          <p:cNvSpPr/>
          <p:nvPr/>
        </p:nvSpPr>
        <p:spPr>
          <a:xfrm>
            <a:off x="4360607" y="5987845"/>
            <a:ext cx="3470787" cy="6292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chemeClr val="tx1"/>
                </a:solidFill>
              </a:rPr>
              <a:t>11 de dezembro de 2025</a:t>
            </a:r>
          </a:p>
        </p:txBody>
      </p:sp>
    </p:spTree>
    <p:extLst>
      <p:ext uri="{BB962C8B-B14F-4D97-AF65-F5344CB8AC3E}">
        <p14:creationId xmlns:p14="http://schemas.microsoft.com/office/powerpoint/2010/main" val="3883023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84D91-6B3F-A231-8ED5-934BA0781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ixaDeTexto 38">
            <a:extLst>
              <a:ext uri="{FF2B5EF4-FFF2-40B4-BE49-F238E27FC236}">
                <a16:creationId xmlns:a16="http://schemas.microsoft.com/office/drawing/2014/main" id="{AC9BAAD8-C03B-C14D-3F68-F14F6BA9D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1" y="142989"/>
            <a:ext cx="12367926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400"/>
              </a:spcAft>
              <a:buNone/>
              <a:defRPr/>
            </a:pPr>
            <a:r>
              <a:rPr lang="pt-BR" sz="2400" b="1" cap="all">
                <a:solidFill>
                  <a:schemeClr val="accent2"/>
                </a:solidFill>
                <a:latin typeface="Trebuchet MS"/>
                <a:ea typeface="ＭＳ Ｐゴシック"/>
              </a:rPr>
              <a:t>PLANO DE APLICAÇÃO (investimentos)</a:t>
            </a:r>
            <a:endParaRPr lang="pt-BR">
              <a:solidFill>
                <a:schemeClr val="accent2"/>
              </a:solidFill>
            </a:endParaRPr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E80838EF-6304-129B-1743-E37DB5567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388" y="138635"/>
            <a:ext cx="1840461" cy="360000"/>
          </a:xfrm>
          <a:prstGeom prst="rect">
            <a:avLst/>
          </a:prstGeom>
        </p:spPr>
      </p:pic>
      <p:cxnSp>
        <p:nvCxnSpPr>
          <p:cNvPr id="3" name="Conector reto 4">
            <a:extLst>
              <a:ext uri="{FF2B5EF4-FFF2-40B4-BE49-F238E27FC236}">
                <a16:creationId xmlns:a16="http://schemas.microsoft.com/office/drawing/2014/main" id="{4EEA941E-F173-2F86-474B-6D40DBE4C1E8}"/>
              </a:ext>
            </a:extLst>
          </p:cNvPr>
          <p:cNvCxnSpPr>
            <a:cxnSpLocks/>
          </p:cNvCxnSpPr>
          <p:nvPr/>
        </p:nvCxnSpPr>
        <p:spPr>
          <a:xfrm>
            <a:off x="54371" y="563975"/>
            <a:ext cx="12130410" cy="26773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16EC7D96-418B-4C70-DA94-61D29C872F4C}"/>
              </a:ext>
            </a:extLst>
          </p:cNvPr>
          <p:cNvSpPr txBox="1"/>
          <p:nvPr/>
        </p:nvSpPr>
        <p:spPr>
          <a:xfrm>
            <a:off x="197407" y="846793"/>
            <a:ext cx="11409947" cy="67403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ü"/>
            </a:pPr>
            <a:r>
              <a:rPr lang="pt-BR"/>
              <a:t>Proposta de destinação dos recursos que devem ser investidos como </a:t>
            </a:r>
            <a:r>
              <a:rPr lang="pt-BR" dirty="0"/>
              <a:t>contrapartida da renegociação das taxas de juros. </a:t>
            </a:r>
            <a:endParaRPr lang="pt-BR"/>
          </a:p>
          <a:p>
            <a:pPr marL="285750" indent="-285750">
              <a:buFont typeface="Wingdings"/>
              <a:buChar char="ü"/>
            </a:pPr>
            <a:r>
              <a:rPr lang="pt-BR" dirty="0"/>
              <a:t>É necessário que sejam apresentados, no início do próximo exercício, os </a:t>
            </a:r>
            <a:r>
              <a:rPr lang="pt-BR" b="1" dirty="0"/>
              <a:t>planos de aplicação referentes a 2025 e a 2026</a:t>
            </a:r>
            <a:r>
              <a:rPr lang="pt-BR" dirty="0"/>
              <a:t>. </a:t>
            </a:r>
            <a:endParaRPr lang="pt-BR">
              <a:ea typeface="Calibri"/>
              <a:cs typeface="Calibri"/>
            </a:endParaRPr>
          </a:p>
          <a:p>
            <a:pPr marL="285750" indent="-285750">
              <a:buFont typeface="Wingdings"/>
              <a:buChar char="ü"/>
            </a:pPr>
            <a:r>
              <a:rPr lang="pt-BR" dirty="0"/>
              <a:t>Para apuração da aplicação efetiva dos recursos a União definiu que a </a:t>
            </a:r>
            <a:r>
              <a:rPr lang="pt-BR" b="1" dirty="0"/>
              <a:t>despesa deve ser liquidada </a:t>
            </a:r>
            <a:r>
              <a:rPr lang="pt-BR" dirty="0"/>
              <a:t>no exercício do cômputo.</a:t>
            </a:r>
            <a:endParaRPr lang="pt-BR" dirty="0">
              <a:ea typeface="Calibri"/>
              <a:cs typeface="Calibri"/>
            </a:endParaRPr>
          </a:p>
          <a:p>
            <a:pPr marL="285750" indent="-285750">
              <a:buFont typeface="Wingdings"/>
              <a:buChar char="ü"/>
            </a:pPr>
            <a:r>
              <a:rPr lang="pt-BR" dirty="0">
                <a:ea typeface="Calibri"/>
                <a:cs typeface="Calibri"/>
              </a:rPr>
              <a:t>Diferentemente do plano de aplicação da educação, o normativo não prevê a revisão do plano. Contudo, foi informado à SEF que, na prestação de contas da aplicação, podem ser justificadas as alterações em relação ao plano </a:t>
            </a:r>
            <a:r>
              <a:rPr lang="pt-BR">
                <a:ea typeface="Calibri"/>
                <a:cs typeface="Calibri"/>
              </a:rPr>
              <a:t>inicial.</a:t>
            </a:r>
            <a:endParaRPr lang="pt-BR" dirty="0"/>
          </a:p>
          <a:p>
            <a:pPr marL="285750" indent="-285750">
              <a:buFont typeface="Wingdings"/>
              <a:buChar char="ü"/>
            </a:pPr>
            <a:r>
              <a:rPr lang="pt-BR" dirty="0"/>
              <a:t>As </a:t>
            </a:r>
            <a:r>
              <a:rPr lang="pt-BR" b="1" dirty="0"/>
              <a:t>intervenções, as obras e a aquisição de veículos e de maquinário deverão conter placa de identificação </a:t>
            </a:r>
            <a:r>
              <a:rPr lang="pt-BR" dirty="0"/>
              <a:t>de que as ações contam com recursos do Propag.</a:t>
            </a:r>
            <a:endParaRPr lang="pt-BR" dirty="0">
              <a:ea typeface="Calibri"/>
              <a:cs typeface="Calibri"/>
            </a:endParaRPr>
          </a:p>
          <a:p>
            <a:endParaRPr lang="pt-BR" dirty="0">
              <a:ea typeface="Calibri"/>
              <a:cs typeface="Calibri"/>
            </a:endParaRPr>
          </a:p>
          <a:p>
            <a:pPr marL="285750" indent="-285750">
              <a:buFont typeface="Wingdings"/>
              <a:buChar char="ü"/>
            </a:pPr>
            <a:r>
              <a:rPr lang="pt-BR" dirty="0">
                <a:ea typeface="Calibri"/>
                <a:cs typeface="Calibri"/>
              </a:rPr>
              <a:t>Prazos importantes:</a:t>
            </a:r>
          </a:p>
          <a:p>
            <a:pPr marL="742950" lvl="1" indent="-285750">
              <a:buFont typeface="Courier New"/>
              <a:buChar char="o"/>
            </a:pPr>
            <a:r>
              <a:rPr lang="pt-BR" dirty="0">
                <a:ea typeface="Calibri"/>
                <a:cs typeface="Calibri"/>
              </a:rPr>
              <a:t>06/11/25 - Protocolado Pedido de Adesão ao </a:t>
            </a:r>
            <a:r>
              <a:rPr lang="pt-BR" dirty="0" err="1">
                <a:ea typeface="Calibri"/>
                <a:cs typeface="Calibri"/>
              </a:rPr>
              <a:t>Propag</a:t>
            </a:r>
            <a:endParaRPr lang="pt-BR" dirty="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pt-BR" b="1" dirty="0">
                <a:ea typeface="Calibri"/>
                <a:cs typeface="Calibri"/>
              </a:rPr>
              <a:t>23/12/25 - Previsão de assinatura do aditivo. Dia útil: Pode liquidar e pagar despesas</a:t>
            </a:r>
          </a:p>
          <a:p>
            <a:pPr marL="742950" lvl="1" indent="-285750">
              <a:buFont typeface="Courier New"/>
              <a:buChar char="o"/>
            </a:pPr>
            <a:r>
              <a:rPr lang="pt-BR" dirty="0">
                <a:ea typeface="Calibri"/>
                <a:cs typeface="Calibri"/>
              </a:rPr>
              <a:t>24/12/25 a 28/12/25 - Ponto Facultativo, Feriado Nacional, Final de Semana</a:t>
            </a:r>
          </a:p>
          <a:p>
            <a:pPr marL="742950" lvl="1" indent="-285750">
              <a:buFont typeface="Courier New"/>
              <a:buChar char="o"/>
            </a:pPr>
            <a:r>
              <a:rPr lang="pt-BR" b="1" dirty="0">
                <a:ea typeface="Calibri"/>
                <a:cs typeface="Calibri"/>
              </a:rPr>
              <a:t>29/12/25 - Dia útil: Pode liquidar e pagar despesas. Último dia para transferências bancárias.</a:t>
            </a:r>
          </a:p>
          <a:p>
            <a:pPr marL="742950" lvl="1" indent="-285750">
              <a:buFont typeface="Courier New"/>
              <a:buChar char="o"/>
            </a:pPr>
            <a:r>
              <a:rPr lang="pt-BR" b="1" dirty="0">
                <a:ea typeface="Calibri"/>
                <a:cs typeface="Calibri"/>
              </a:rPr>
              <a:t>30/12/25 - Dia útil: Pode liquidar mas não pode pagar</a:t>
            </a:r>
          </a:p>
          <a:p>
            <a:pPr marL="742950" lvl="1" indent="-285750">
              <a:buFont typeface="Courier New"/>
              <a:buChar char="o"/>
            </a:pPr>
            <a:r>
              <a:rPr lang="pt-BR" dirty="0">
                <a:ea typeface="Calibri"/>
                <a:cs typeface="Calibri"/>
              </a:rPr>
              <a:t>31/12/25 - Ponto Facultativo</a:t>
            </a:r>
          </a:p>
          <a:p>
            <a:pPr marL="742950" lvl="1" indent="-285750">
              <a:buFont typeface="Courier New"/>
              <a:buChar char="o"/>
            </a:pPr>
            <a:r>
              <a:rPr lang="pt-BR" b="1" dirty="0">
                <a:ea typeface="Calibri"/>
                <a:cs typeface="Calibri"/>
              </a:rPr>
              <a:t>04/02/26 - Data limite para a </a:t>
            </a:r>
            <a:r>
              <a:rPr lang="pt-BR" b="1" dirty="0" err="1">
                <a:ea typeface="Calibri"/>
                <a:cs typeface="Calibri"/>
              </a:rPr>
              <a:t>entraga</a:t>
            </a:r>
            <a:r>
              <a:rPr lang="pt-BR" b="1" dirty="0">
                <a:ea typeface="Calibri"/>
                <a:cs typeface="Calibri"/>
              </a:rPr>
              <a:t> dos planos de aplicação. 90 dias contados da data do protocolo de adesão.</a:t>
            </a:r>
          </a:p>
          <a:p>
            <a:pPr marL="285750" indent="-285750">
              <a:buFont typeface="Wingdings"/>
              <a:buChar char="ü"/>
            </a:pPr>
            <a:endParaRPr lang="pt-BR">
              <a:ea typeface="Calibri"/>
              <a:cs typeface="Calibri"/>
            </a:endParaRPr>
          </a:p>
          <a:p>
            <a:endParaRPr lang="pt-BR">
              <a:ea typeface="Calibri"/>
              <a:cs typeface="Calibri"/>
            </a:endParaRPr>
          </a:p>
          <a:p>
            <a:endParaRPr lang="pt-BR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0595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96F7B-C126-1033-C29B-EB34FF1CC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ixaDeTexto 38">
            <a:extLst>
              <a:ext uri="{FF2B5EF4-FFF2-40B4-BE49-F238E27FC236}">
                <a16:creationId xmlns:a16="http://schemas.microsoft.com/office/drawing/2014/main" id="{5663A158-C742-D15F-17AB-E24C45CFC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1" y="142989"/>
            <a:ext cx="12367926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400"/>
              </a:spcAft>
              <a:buNone/>
              <a:defRPr/>
            </a:pPr>
            <a:r>
              <a:rPr lang="pt-BR" sz="2400" b="1" cap="all">
                <a:solidFill>
                  <a:schemeClr val="accent2"/>
                </a:solidFill>
                <a:latin typeface="Trebuchet MS"/>
                <a:ea typeface="ＭＳ Ｐゴシック"/>
              </a:rPr>
              <a:t>PLANO DE APLICAÇÃO (investimentos) – valores globais</a:t>
            </a:r>
            <a:endParaRPr lang="pt-BR">
              <a:solidFill>
                <a:schemeClr val="accent2"/>
              </a:solidFill>
            </a:endParaRPr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391A4F53-D427-DE18-CE1B-8A2803236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388" y="138635"/>
            <a:ext cx="1840461" cy="360000"/>
          </a:xfrm>
          <a:prstGeom prst="rect">
            <a:avLst/>
          </a:prstGeom>
        </p:spPr>
      </p:pic>
      <p:cxnSp>
        <p:nvCxnSpPr>
          <p:cNvPr id="3" name="Conector reto 4">
            <a:extLst>
              <a:ext uri="{FF2B5EF4-FFF2-40B4-BE49-F238E27FC236}">
                <a16:creationId xmlns:a16="http://schemas.microsoft.com/office/drawing/2014/main" id="{4E6D8CA1-8B41-27DF-7B5D-8E891F7E0363}"/>
              </a:ext>
            </a:extLst>
          </p:cNvPr>
          <p:cNvCxnSpPr>
            <a:cxnSpLocks/>
          </p:cNvCxnSpPr>
          <p:nvPr/>
        </p:nvCxnSpPr>
        <p:spPr>
          <a:xfrm>
            <a:off x="54371" y="563975"/>
            <a:ext cx="12130410" cy="26773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238EDCFE-9E08-3347-A635-EF61BD8A6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599" y="656088"/>
            <a:ext cx="9848175" cy="605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484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DE972-B7E9-BB82-B0B6-5E368406B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ixaDeTexto 38">
            <a:extLst>
              <a:ext uri="{FF2B5EF4-FFF2-40B4-BE49-F238E27FC236}">
                <a16:creationId xmlns:a16="http://schemas.microsoft.com/office/drawing/2014/main" id="{13FD64D1-8087-2E51-4D8A-815240FB3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1" y="142989"/>
            <a:ext cx="12367926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400"/>
              </a:spcAft>
              <a:buNone/>
              <a:defRPr/>
            </a:pPr>
            <a:r>
              <a:rPr lang="pt-BR" sz="2400" b="1" cap="all">
                <a:solidFill>
                  <a:schemeClr val="accent2"/>
                </a:solidFill>
                <a:latin typeface="Trebuchet MS"/>
                <a:ea typeface="ＭＳ Ｐゴシック"/>
              </a:rPr>
              <a:t>PLANO DE APLICAÇÃO (investimentos) – 2025</a:t>
            </a:r>
            <a:endParaRPr lang="pt-BR">
              <a:solidFill>
                <a:schemeClr val="accent2"/>
              </a:solidFill>
            </a:endParaRPr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BD5FD7DB-2EB5-E6B5-DB3D-E99542663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388" y="138635"/>
            <a:ext cx="1840461" cy="360000"/>
          </a:xfrm>
          <a:prstGeom prst="rect">
            <a:avLst/>
          </a:prstGeom>
        </p:spPr>
      </p:pic>
      <p:cxnSp>
        <p:nvCxnSpPr>
          <p:cNvPr id="3" name="Conector reto 4">
            <a:extLst>
              <a:ext uri="{FF2B5EF4-FFF2-40B4-BE49-F238E27FC236}">
                <a16:creationId xmlns:a16="http://schemas.microsoft.com/office/drawing/2014/main" id="{ECB40962-7AAE-7057-2BF2-61470DDA106E}"/>
              </a:ext>
            </a:extLst>
          </p:cNvPr>
          <p:cNvCxnSpPr>
            <a:cxnSpLocks/>
          </p:cNvCxnSpPr>
          <p:nvPr/>
        </p:nvCxnSpPr>
        <p:spPr>
          <a:xfrm>
            <a:off x="54371" y="563975"/>
            <a:ext cx="12130410" cy="26773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450EAE3C-E1F7-7D77-5A87-2FB44C844CF9}"/>
              </a:ext>
            </a:extLst>
          </p:cNvPr>
          <p:cNvSpPr txBox="1"/>
          <p:nvPr/>
        </p:nvSpPr>
        <p:spPr>
          <a:xfrm>
            <a:off x="197407" y="880411"/>
            <a:ext cx="11409947" cy="4462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b="1" dirty="0"/>
              <a:t>PROPAG 2025 </a:t>
            </a:r>
            <a:r>
              <a:rPr lang="pt-BR" sz="2000" dirty="0"/>
              <a:t>– distribuição prevista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60% (R$ 90 milhões) para a SEE</a:t>
            </a:r>
            <a:r>
              <a:rPr lang="pt-BR" sz="2000" dirty="0"/>
              <a:t>, já destinados ao programa Mãos à Obra.</a:t>
            </a:r>
            <a:endParaRPr lang="pt-BR" sz="2000" dirty="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40% (R$ 60 milhões) pendentes de definição entre SEE e Transportes</a:t>
            </a:r>
            <a:r>
              <a:rPr lang="pt-BR" sz="2000" dirty="0"/>
              <a:t>.</a:t>
            </a:r>
            <a:endParaRPr lang="pt-BR" sz="2000" dirty="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/>
          </a:p>
          <a:p>
            <a:pPr algn="just"/>
            <a:r>
              <a:rPr lang="pt-BR" sz="2000" dirty="0"/>
              <a:t>O </a:t>
            </a:r>
            <a:r>
              <a:rPr lang="pt-BR" sz="2000" b="1" dirty="0"/>
              <a:t>DER/MG não identificou intervenções passíveis de liquidação</a:t>
            </a:r>
            <a:r>
              <a:rPr lang="pt-BR" sz="2000" dirty="0"/>
              <a:t>, neste ano, no montante previsto.</a:t>
            </a:r>
            <a:endParaRPr lang="pt-BR" sz="2000" dirty="0">
              <a:ea typeface="Calibri"/>
              <a:cs typeface="Calibri"/>
            </a:endParaRPr>
          </a:p>
          <a:p>
            <a:pPr algn="just"/>
            <a:r>
              <a:rPr lang="pt-BR" sz="2000" dirty="0"/>
              <a:t>A </a:t>
            </a:r>
            <a:r>
              <a:rPr lang="pt-BR" sz="2000" b="1" dirty="0"/>
              <a:t>SEINFRA identificou como viável as despesas oriundas dos convênios com os municípios para obras de infraestrutura </a:t>
            </a:r>
            <a:r>
              <a:rPr lang="pt-BR" sz="2000" dirty="0"/>
              <a:t>urbana (recapeamento/pavimentação em CBUQ, calçamento em pavimento intertravado com bloco sextavado e construção de pontes em estrutura mista de aço e concreto armado). </a:t>
            </a:r>
            <a:r>
              <a:rPr lang="pt-BR" sz="2000" b="1" dirty="0"/>
              <a:t>Estima liquidar R$ 60 milhões: R$ 23 milhões via cancelamento de empenhos já realizados e R$ 37 milhões por novos convênios a serem concluídos até o fim do ano</a:t>
            </a:r>
            <a:endParaRPr lang="pt-BR" sz="2000" b="1" dirty="0">
              <a:ea typeface="Calibri"/>
              <a:cs typeface="Calibri"/>
            </a:endParaRPr>
          </a:p>
          <a:p>
            <a:pPr algn="just"/>
            <a:endParaRPr lang="pt-BR" sz="2000">
              <a:ea typeface="Calibri"/>
              <a:cs typeface="Calibri"/>
            </a:endParaRPr>
          </a:p>
          <a:p>
            <a:pPr algn="just"/>
            <a:endParaRPr lang="pt-BR" sz="2000">
              <a:ea typeface="Calibri"/>
              <a:cs typeface="Calibri"/>
            </a:endParaRPr>
          </a:p>
          <a:p>
            <a:pPr algn="just"/>
            <a:r>
              <a:rPr lang="pt-BR" sz="2200" b="1" u="sng" dirty="0">
                <a:ea typeface="Calibri"/>
                <a:cs typeface="Calibri"/>
              </a:rPr>
              <a:t>Sugestão técnica:</a:t>
            </a:r>
            <a:r>
              <a:rPr lang="pt-BR" sz="2200" dirty="0">
                <a:ea typeface="Calibri"/>
                <a:cs typeface="Calibri"/>
              </a:rPr>
              <a:t> Encaminhar os R$60 milhões para execução da Secretaria de Educação, de forma a garantir o cumprimento dos investimento necessários</a:t>
            </a:r>
            <a:r>
              <a:rPr lang="pt-BR" sz="2200" b="1" u="sng" dirty="0"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1382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D1D56-3056-1404-CD6A-D43AEA12E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ixaDeTexto 38">
            <a:extLst>
              <a:ext uri="{FF2B5EF4-FFF2-40B4-BE49-F238E27FC236}">
                <a16:creationId xmlns:a16="http://schemas.microsoft.com/office/drawing/2014/main" id="{897AF3BC-C0B0-DA97-F468-CF11FF2DA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1" y="142989"/>
            <a:ext cx="12367926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400"/>
              </a:spcAft>
              <a:buNone/>
              <a:defRPr/>
            </a:pPr>
            <a:r>
              <a:rPr lang="pt-BR" sz="2400" b="1" cap="all">
                <a:solidFill>
                  <a:schemeClr val="accent2"/>
                </a:solidFill>
                <a:latin typeface="Trebuchet MS"/>
                <a:ea typeface="ＭＳ Ｐゴシック"/>
              </a:rPr>
              <a:t>PLANO DE APLICAÇÃO (investimentos) - 2026 – AJUSTES SEINFRA</a:t>
            </a:r>
            <a:endParaRPr lang="pt-BR">
              <a:solidFill>
                <a:schemeClr val="accent2"/>
              </a:solidFill>
            </a:endParaRPr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882D9FDC-A6FF-ECA0-5257-3B3FC8EE1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388" y="138635"/>
            <a:ext cx="1840461" cy="360000"/>
          </a:xfrm>
          <a:prstGeom prst="rect">
            <a:avLst/>
          </a:prstGeom>
        </p:spPr>
      </p:pic>
      <p:cxnSp>
        <p:nvCxnSpPr>
          <p:cNvPr id="3" name="Conector reto 4">
            <a:extLst>
              <a:ext uri="{FF2B5EF4-FFF2-40B4-BE49-F238E27FC236}">
                <a16:creationId xmlns:a16="http://schemas.microsoft.com/office/drawing/2014/main" id="{98F4912D-7858-7BEC-B8A2-073EC7632879}"/>
              </a:ext>
            </a:extLst>
          </p:cNvPr>
          <p:cNvCxnSpPr>
            <a:cxnSpLocks/>
          </p:cNvCxnSpPr>
          <p:nvPr/>
        </p:nvCxnSpPr>
        <p:spPr>
          <a:xfrm>
            <a:off x="54371" y="563975"/>
            <a:ext cx="12130410" cy="26773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584413F9-BEA7-3A9C-F189-9595D9A90104}"/>
              </a:ext>
            </a:extLst>
          </p:cNvPr>
          <p:cNvSpPr txBox="1"/>
          <p:nvPr/>
        </p:nvSpPr>
        <p:spPr>
          <a:xfrm>
            <a:off x="304800" y="3985365"/>
            <a:ext cx="11409947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ü"/>
            </a:pPr>
            <a:r>
              <a:rPr lang="pt-BR" b="1" dirty="0"/>
              <a:t>Alternativa para compensação de valores a menor em 2026:</a:t>
            </a:r>
            <a:endParaRPr lang="pt-BR" dirty="0"/>
          </a:p>
          <a:p>
            <a:pPr marL="742950" lvl="1" indent="-285750">
              <a:buFont typeface="Courier New"/>
              <a:buChar char="o"/>
            </a:pPr>
            <a:r>
              <a:rPr lang="pt-BR" dirty="0"/>
              <a:t>Demanda da SEGOV de antecipação de R$150milhões para investimentos para </a:t>
            </a:r>
            <a:r>
              <a:rPr lang="pt-BR" b="1" dirty="0"/>
              <a:t>Segurança Pública </a:t>
            </a:r>
            <a:r>
              <a:rPr lang="pt-BR" dirty="0"/>
              <a:t>;</a:t>
            </a:r>
            <a:endParaRPr lang="pt-BR" dirty="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pt-BR" dirty="0"/>
              <a:t>Possibilidade de </a:t>
            </a:r>
            <a:r>
              <a:rPr lang="pt-BR" b="1" dirty="0"/>
              <a:t>empenhar com recursos do Plano em 2025 e liquidar o restos a pagar em 2026</a:t>
            </a:r>
            <a:r>
              <a:rPr lang="pt-BR" dirty="0"/>
              <a:t>, considerando que o estágio de cômputo da despesa é a liquidação, o que a </a:t>
            </a:r>
            <a:r>
              <a:rPr lang="pt-BR" b="1" dirty="0"/>
              <a:t>incluiria no rol de realizadas em 2026</a:t>
            </a:r>
            <a:r>
              <a:rPr lang="pt-BR" dirty="0"/>
              <a:t>.</a:t>
            </a:r>
          </a:p>
          <a:p>
            <a:pPr lvl="1"/>
            <a:endParaRPr lang="pt-BR" dirty="0">
              <a:ea typeface="Calibri" panose="020F0502020204030204"/>
              <a:cs typeface="Calibri" panose="020F0502020204030204"/>
            </a:endParaRPr>
          </a:p>
          <a:p>
            <a:pPr lvl="5" algn="just"/>
            <a:r>
              <a:rPr lang="pt-BR" sz="1600" dirty="0">
                <a:solidFill>
                  <a:srgbClr val="21252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§ 3º Para fins de comprovação da utilização dos recursos, nos termos do disposto no art. 64, </a:t>
            </a:r>
            <a:r>
              <a:rPr lang="pt-BR" sz="1600" b="1" dirty="0">
                <a:solidFill>
                  <a:srgbClr val="21252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considera-se aplicado o recurso no ano da liquidação da despesa.</a:t>
            </a:r>
            <a:endParaRPr lang="pt-BR" sz="1600" b="1">
              <a:ea typeface="Calibri" panose="020F0502020204030204"/>
              <a:cs typeface="Calibri" panose="020F0502020204030204"/>
            </a:endParaRPr>
          </a:p>
          <a:p>
            <a:pPr lvl="1"/>
            <a:endParaRPr lang="pt-BR" dirty="0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Courier New"/>
              <a:buChar char="o"/>
            </a:pPr>
            <a:r>
              <a:rPr lang="pt-BR" b="1" u="sng" dirty="0">
                <a:solidFill>
                  <a:srgbClr val="FF0000"/>
                </a:solidFill>
              </a:rPr>
              <a:t>Ponto de atenção:</a:t>
            </a:r>
            <a:r>
              <a:rPr lang="pt-BR" dirty="0"/>
              <a:t> Caso seja este o caminho, a segurança deverá elaborar o plano de aplicação destas despesas no mesmo prazo de SEINFRA e DER.</a:t>
            </a:r>
            <a:endParaRPr lang="pt-BR" dirty="0">
              <a:ea typeface="Calibri"/>
              <a:cs typeface="Calibri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86B9E2D-6EF5-CE11-7B76-A90C4E306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607671"/>
            <a:ext cx="11536680" cy="331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9720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91e7f20-fe0a-487d-91a9-605ac1c64acf" xsi:nil="true"/>
    <lcf76f155ced4ddcb4097134ff3c332f xmlns="6f4338ef-addb-4c87-aefe-1895241b335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8D58FADB61F04EBBB4F355C06EFBED" ma:contentTypeVersion="19" ma:contentTypeDescription="Crie um novo documento." ma:contentTypeScope="" ma:versionID="f297df520a56b25349a4204d59276c0a">
  <xsd:schema xmlns:xsd="http://www.w3.org/2001/XMLSchema" xmlns:xs="http://www.w3.org/2001/XMLSchema" xmlns:p="http://schemas.microsoft.com/office/2006/metadata/properties" xmlns:ns2="6f4338ef-addb-4c87-aefe-1895241b335f" xmlns:ns3="b91e7f20-fe0a-487d-91a9-605ac1c64acf" targetNamespace="http://schemas.microsoft.com/office/2006/metadata/properties" ma:root="true" ma:fieldsID="793e8dc097f46966bf7d52f3673b2be8" ns2:_="" ns3:_="">
    <xsd:import namespace="6f4338ef-addb-4c87-aefe-1895241b335f"/>
    <xsd:import namespace="b91e7f20-fe0a-487d-91a9-605ac1c64a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338ef-addb-4c87-aefe-1895241b33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917d32f3-4fa4-4f5b-a8d0-62dbd3d265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e7f20-fe0a-487d-91a9-605ac1c64ac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8708050-f001-4dcd-9fe1-c60e835c33fc}" ma:internalName="TaxCatchAll" ma:showField="CatchAllData" ma:web="b91e7f20-fe0a-487d-91a9-605ac1c64a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503F190-FA5D-41D3-B21D-AFE340074FC2}">
  <ds:schemaRefs>
    <ds:schemaRef ds:uri="6f4338ef-addb-4c87-aefe-1895241b335f"/>
    <ds:schemaRef ds:uri="b91e7f20-fe0a-487d-91a9-605ac1c64ac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D58A458-F1E6-4EA0-811B-2C1B3396724D}">
  <ds:schemaRefs>
    <ds:schemaRef ds:uri="6f4338ef-addb-4c87-aefe-1895241b335f"/>
    <ds:schemaRef ds:uri="b91e7f20-fe0a-487d-91a9-605ac1c64ac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713AFB4-1278-45B0-8E73-21C4CBED70F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4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Ana Carolina Schiavon Cordeiro</dc:creator>
  <cp:revision>48</cp:revision>
  <dcterms:created xsi:type="dcterms:W3CDTF">2025-07-18T19:15:40Z</dcterms:created>
  <dcterms:modified xsi:type="dcterms:W3CDTF">2025-12-11T11:02:11Z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0x010100B08D58FADB61F04EBBB4F355C06EFBED</vt:lpwstr>
  </property>
  <property fmtid="{D5CDD505-2E9C-101B-9397-08002B2CF9AE}" pid="3" name="MediaServiceImageTags">
    <vt:lpwstr/>
  </property>
</Properties>
</file>